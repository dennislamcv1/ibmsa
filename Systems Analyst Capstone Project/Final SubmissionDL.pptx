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authors.xml" ContentType="application/vnd.ms-powerpoint.author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sldIdLst>
    <p:sldId id="258" r:id="rId2"/>
    <p:sldId id="368" r:id="rId3"/>
    <p:sldId id="369" r:id="rId4"/>
    <p:sldId id="370" r:id="rId5"/>
    <p:sldId id="303" r:id="rId6"/>
    <p:sldId id="343" r:id="rId7"/>
    <p:sldId id="372" r:id="rId8"/>
    <p:sldId id="373" r:id="rId9"/>
    <p:sldId id="374" r:id="rId10"/>
    <p:sldId id="375" r:id="rId11"/>
    <p:sldId id="376" r:id="rId12"/>
    <p:sldId id="377" r:id="rId13"/>
    <p:sldId id="407" r:id="rId14"/>
    <p:sldId id="378" r:id="rId15"/>
    <p:sldId id="379" r:id="rId16"/>
    <p:sldId id="380" r:id="rId17"/>
    <p:sldId id="387" r:id="rId18"/>
    <p:sldId id="381" r:id="rId19"/>
    <p:sldId id="382" r:id="rId20"/>
    <p:sldId id="383" r:id="rId21"/>
    <p:sldId id="384" r:id="rId22"/>
    <p:sldId id="385" r:id="rId23"/>
    <p:sldId id="386" r:id="rId24"/>
    <p:sldId id="388" r:id="rId25"/>
    <p:sldId id="389" r:id="rId26"/>
    <p:sldId id="390" r:id="rId27"/>
    <p:sldId id="391" r:id="rId28"/>
    <p:sldId id="392" r:id="rId29"/>
    <p:sldId id="393" r:id="rId30"/>
    <p:sldId id="394" r:id="rId31"/>
    <p:sldId id="395" r:id="rId32"/>
    <p:sldId id="396" r:id="rId33"/>
    <p:sldId id="397" r:id="rId34"/>
    <p:sldId id="398" r:id="rId35"/>
    <p:sldId id="399" r:id="rId36"/>
    <p:sldId id="400" r:id="rId37"/>
    <p:sldId id="408" r:id="rId38"/>
    <p:sldId id="402" r:id="rId39"/>
    <p:sldId id="403" r:id="rId40"/>
    <p:sldId id="404" r:id="rId41"/>
    <p:sldId id="405" r:id="rId42"/>
    <p:sldId id="406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79EE2B-559B-DC2B-4C15-287514012CD8}" name="Vijay Gupta" initials="VG" userId="S::vijayg@skillup.tech::ae923e97-9288-45af-aa7f-91e714269c8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1E28"/>
    <a:srgbClr val="00539A"/>
    <a:srgbClr val="491D8B"/>
    <a:srgbClr val="9F1853"/>
    <a:srgbClr val="001D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5B3C99-197E-4386-A485-86885C8E6242}" v="649" dt="2025-08-17T20:56:24.056"/>
    <p1510:client id="{83AF0383-3602-44C9-9E35-5CF705783EF6}" v="15" dt="2025-08-18T06:53:18.792"/>
    <p1510:client id="{8F02465F-03D0-4A2C-B882-305F32397EDC}" v="160" dt="2025-08-16T21:38:08.8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79" d="100"/>
          <a:sy n="79" d="100"/>
        </p:scale>
        <p:origin x="85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3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ishali Rani" userId="ad350793-3bcb-441e-b319-72f594e89c5d" providerId="ADAL" clId="{2B268D15-A62B-4D4F-AB20-48270D1796EA}"/>
    <pc:docChg chg="modSld modMainMaster">
      <pc:chgData name="Vaishali Rani" userId="ad350793-3bcb-441e-b319-72f594e89c5d" providerId="ADAL" clId="{2B268D15-A62B-4D4F-AB20-48270D1796EA}" dt="2025-08-12T16:57:43.279" v="1" actId="403"/>
      <pc:docMkLst>
        <pc:docMk/>
      </pc:docMkLst>
      <pc:sldChg chg="modSp mod">
        <pc:chgData name="Vaishali Rani" userId="ad350793-3bcb-441e-b319-72f594e89c5d" providerId="ADAL" clId="{2B268D15-A62B-4D4F-AB20-48270D1796EA}" dt="2025-08-12T16:57:43.279" v="1" actId="403"/>
        <pc:sldMkLst>
          <pc:docMk/>
          <pc:sldMk cId="3756981223" sldId="258"/>
        </pc:sldMkLst>
        <pc:spChg chg="mod">
          <ac:chgData name="Vaishali Rani" userId="ad350793-3bcb-441e-b319-72f594e89c5d" providerId="ADAL" clId="{2B268D15-A62B-4D4F-AB20-48270D1796EA}" dt="2025-08-12T16:57:43.279" v="1" actId="403"/>
          <ac:spMkLst>
            <pc:docMk/>
            <pc:sldMk cId="3756981223" sldId="258"/>
            <ac:spMk id="3" creationId="{7B04E27C-C591-24A3-967D-D6775A2BBC02}"/>
          </ac:spMkLst>
        </pc:spChg>
      </pc:sldChg>
      <pc:sldMasterChg chg="modSldLayout">
        <pc:chgData name="Vaishali Rani" userId="ad350793-3bcb-441e-b319-72f594e89c5d" providerId="ADAL" clId="{2B268D15-A62B-4D4F-AB20-48270D1796EA}" dt="2025-08-12T16:57:25.175" v="0" actId="16037"/>
        <pc:sldMasterMkLst>
          <pc:docMk/>
          <pc:sldMasterMk cId="325626033" sldId="2147483648"/>
        </pc:sldMasterMkLst>
        <pc:sldLayoutChg chg="modSp">
          <pc:chgData name="Vaishali Rani" userId="ad350793-3bcb-441e-b319-72f594e89c5d" providerId="ADAL" clId="{2B268D15-A62B-4D4F-AB20-48270D1796EA}" dt="2025-08-12T16:57:25.175" v="0" actId="16037"/>
          <pc:sldLayoutMkLst>
            <pc:docMk/>
            <pc:sldMasterMk cId="325626033" sldId="2147483648"/>
            <pc:sldLayoutMk cId="2377377432" sldId="2147483649"/>
          </pc:sldLayoutMkLst>
          <pc:spChg chg="mod">
            <ac:chgData name="Vaishali Rani" userId="ad350793-3bcb-441e-b319-72f594e89c5d" providerId="ADAL" clId="{2B268D15-A62B-4D4F-AB20-48270D1796EA}" dt="2025-08-12T16:57:25.175" v="0" actId="16037"/>
            <ac:spMkLst>
              <pc:docMk/>
              <pc:sldMasterMk cId="325626033" sldId="2147483648"/>
              <pc:sldLayoutMk cId="2377377432" sldId="2147483649"/>
              <ac:spMk id="12" creationId="{396EF56F-370E-954F-3816-54A9CD8AAB27}"/>
            </ac:spMkLst>
          </pc:spChg>
        </pc:sldLayoutChg>
      </pc:sldMasterChg>
    </pc:docChg>
  </pc:docChgLst>
  <pc:docChgLst>
    <pc:chgData name="Vijay Gupta" userId="Knz0KxKIIY+7Y/xB+6x08enkLGabzg4xfIAcHlb58H4=" providerId="None" clId="Web-{8F02465F-03D0-4A2C-B882-305F32397EDC}"/>
    <pc:docChg chg="addSld modSld">
      <pc:chgData name="Vijay Gupta" userId="Knz0KxKIIY+7Y/xB+6x08enkLGabzg4xfIAcHlb58H4=" providerId="None" clId="Web-{8F02465F-03D0-4A2C-B882-305F32397EDC}" dt="2025-08-16T21:38:08.862" v="161" actId="20577"/>
      <pc:docMkLst>
        <pc:docMk/>
      </pc:docMkLst>
      <pc:sldChg chg="modSp">
        <pc:chgData name="Vijay Gupta" userId="Knz0KxKIIY+7Y/xB+6x08enkLGabzg4xfIAcHlb58H4=" providerId="None" clId="Web-{8F02465F-03D0-4A2C-B882-305F32397EDC}" dt="2025-08-16T21:33:37.357" v="113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F02465F-03D0-4A2C-B882-305F32397EDC}" dt="2025-08-16T21:31:24.480" v="101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F02465F-03D0-4A2C-B882-305F32397EDC}" dt="2025-08-16T21:33:37.357" v="113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4:11.139" v="120"/>
        <pc:sldMkLst>
          <pc:docMk/>
          <pc:sldMk cId="3756981223" sldId="258"/>
        </pc:sldMkLst>
        <pc:spChg chg="add del mod">
          <ac:chgData name="Vijay Gupta" userId="Knz0KxKIIY+7Y/xB+6x08enkLGabzg4xfIAcHlb58H4=" providerId="None" clId="Web-{8F02465F-03D0-4A2C-B882-305F32397EDC}" dt="2025-08-16T21:34:01.639" v="118" actId="20577"/>
          <ac:spMkLst>
            <pc:docMk/>
            <pc:sldMk cId="3756981223" sldId="258"/>
            <ac:spMk id="3" creationId="{7B04E27C-C591-24A3-967D-D6775A2BBC02}"/>
          </ac:spMkLst>
        </pc:spChg>
      </pc:sldChg>
      <pc:sldChg chg="modSp">
        <pc:chgData name="Vijay Gupta" userId="Knz0KxKIIY+7Y/xB+6x08enkLGabzg4xfIAcHlb58H4=" providerId="None" clId="Web-{8F02465F-03D0-4A2C-B882-305F32397EDC}" dt="2025-08-16T21:34:31.015" v="129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8F02465F-03D0-4A2C-B882-305F32397EDC}" dt="2025-08-16T21:34:31.015" v="129" actId="20577"/>
          <ac:spMkLst>
            <pc:docMk/>
            <pc:sldMk cId="473396290" sldId="259"/>
            <ac:spMk id="3" creationId="{79DC3C78-4448-4D1D-97E7-E642B12828B1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24.234" v="138" actId="1076"/>
        <pc:sldMkLst>
          <pc:docMk/>
          <pc:sldMk cId="2826685801" sldId="303"/>
        </pc:sldMkLst>
        <pc:spChg chg="mod">
          <ac:chgData name="Vijay Gupta" userId="Knz0KxKIIY+7Y/xB+6x08enkLGabzg4xfIAcHlb58H4=" providerId="None" clId="Web-{8F02465F-03D0-4A2C-B882-305F32397EDC}" dt="2025-08-16T21:35:24.234" v="138" actId="1076"/>
          <ac:spMkLst>
            <pc:docMk/>
            <pc:sldMk cId="2826685801" sldId="303"/>
            <ac:spMk id="2" creationId="{A797E2FD-202A-960A-E4CA-B2534C34ADC9}"/>
          </ac:spMkLst>
        </pc:spChg>
      </pc:sldChg>
      <pc:sldChg chg="modSp">
        <pc:chgData name="Vijay Gupta" userId="Knz0KxKIIY+7Y/xB+6x08enkLGabzg4xfIAcHlb58H4=" providerId="None" clId="Web-{8F02465F-03D0-4A2C-B882-305F32397EDC}" dt="2025-08-16T21:38:08.862" v="161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8F02465F-03D0-4A2C-B882-305F32397EDC}" dt="2025-08-16T21:38:08.862" v="161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8F02465F-03D0-4A2C-B882-305F32397EDC}" dt="2025-08-16T21:35:04.328" v="135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8F02465F-03D0-4A2C-B882-305F32397EDC}" dt="2025-08-16T21:35:04.328" v="135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addSp delSp modSp">
        <pc:chgData name="Vijay Gupta" userId="Knz0KxKIIY+7Y/xB+6x08enkLGabzg4xfIAcHlb58H4=" providerId="None" clId="Web-{8F02465F-03D0-4A2C-B882-305F32397EDC}" dt="2025-08-16T21:35:52.735" v="141" actId="1076"/>
        <pc:sldMkLst>
          <pc:docMk/>
          <pc:sldMk cId="2555747456" sldId="402"/>
        </pc:sldMkLst>
        <pc:spChg chg="mod">
          <ac:chgData name="Vijay Gupta" userId="Knz0KxKIIY+7Y/xB+6x08enkLGabzg4xfIAcHlb58H4=" providerId="None" clId="Web-{8F02465F-03D0-4A2C-B882-305F32397EDC}" dt="2025-08-16T21:35:52.735" v="141" actId="1076"/>
          <ac:spMkLst>
            <pc:docMk/>
            <pc:sldMk cId="2555747456" sldId="402"/>
            <ac:spMk id="3" creationId="{9E121CC5-F122-52A3-03A7-4C0CBFE2B73B}"/>
          </ac:spMkLst>
        </pc:spChg>
      </pc:sldChg>
      <pc:sldChg chg="modSp add replId">
        <pc:chgData name="Vijay Gupta" userId="Knz0KxKIIY+7Y/xB+6x08enkLGabzg4xfIAcHlb58H4=" providerId="None" clId="Web-{8F02465F-03D0-4A2C-B882-305F32397EDC}" dt="2025-08-16T21:37:30.252" v="16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8F02465F-03D0-4A2C-B882-305F32397EDC}" dt="2025-08-16T21:36:08.063" v="148" actId="20577"/>
          <ac:spMkLst>
            <pc:docMk/>
            <pc:sldMk cId="4262656106" sldId="406"/>
            <ac:spMk id="4" creationId="{261B0814-4448-D6CB-E142-6E930B0C5040}"/>
          </ac:spMkLst>
        </pc:spChg>
        <pc:spChg chg="mod">
          <ac:chgData name="Vijay Gupta" userId="Knz0KxKIIY+7Y/xB+6x08enkLGabzg4xfIAcHlb58H4=" providerId="None" clId="Web-{8F02465F-03D0-4A2C-B882-305F32397EDC}" dt="2025-08-16T21:37:30.252" v="160" actId="20577"/>
          <ac:spMkLst>
            <pc:docMk/>
            <pc:sldMk cId="4262656106" sldId="406"/>
            <ac:spMk id="8" creationId="{63448522-74BF-A288-EB52-149299CDAF3A}"/>
          </ac:spMkLst>
        </pc:spChg>
      </pc:sldChg>
    </pc:docChg>
  </pc:docChgLst>
  <pc:docChgLst>
    <pc:chgData name="Vijay Gupta" userId="Knz0KxKIIY+7Y/xB+6x08enkLGabzg4xfIAcHlb58H4=" providerId="None" clId="Web-{AA5A7E49-6B9C-447B-BEAC-E7A4F22BE52F}"/>
    <pc:docChg chg="modSld">
      <pc:chgData name="Vijay Gupta" userId="Knz0KxKIIY+7Y/xB+6x08enkLGabzg4xfIAcHlb58H4=" providerId="None" clId="Web-{AA5A7E49-6B9C-447B-BEAC-E7A4F22BE52F}" dt="2025-08-13T05:54:27.036" v="2"/>
      <pc:docMkLst>
        <pc:docMk/>
      </pc:docMkLst>
      <pc:sldChg chg="modSp">
        <pc:chgData name="Vijay Gupta" userId="Knz0KxKIIY+7Y/xB+6x08enkLGabzg4xfIAcHlb58H4=" providerId="None" clId="Web-{AA5A7E49-6B9C-447B-BEAC-E7A4F22BE52F}" dt="2025-08-13T05:54:27.036" v="2"/>
        <pc:sldMkLst>
          <pc:docMk/>
          <pc:sldMk cId="3756981223" sldId="258"/>
        </pc:sldMkLst>
        <pc:spChg chg="mod">
          <ac:chgData name="Vijay Gupta" userId="Knz0KxKIIY+7Y/xB+6x08enkLGabzg4xfIAcHlb58H4=" providerId="None" clId="Web-{AA5A7E49-6B9C-447B-BEAC-E7A4F22BE52F}" dt="2025-08-13T05:54:27.036" v="2"/>
          <ac:spMkLst>
            <pc:docMk/>
            <pc:sldMk cId="3756981223" sldId="258"/>
            <ac:spMk id="3" creationId="{7B04E27C-C591-24A3-967D-D6775A2BBC02}"/>
          </ac:spMkLst>
        </pc:spChg>
      </pc:sldChg>
    </pc:docChg>
  </pc:docChgLst>
  <pc:docChgLst>
    <pc:chgData name="Vijay Gupta" userId="Knz0KxKIIY+7Y/xB+6x08enkLGabzg4xfIAcHlb58H4=" providerId="None" clId="Web-{732EEB9F-A793-4BCD-96ED-9B94F62AF1AB}"/>
    <pc:docChg chg="modSld">
      <pc:chgData name="Vijay Gupta" userId="Knz0KxKIIY+7Y/xB+6x08enkLGabzg4xfIAcHlb58H4=" providerId="None" clId="Web-{732EEB9F-A793-4BCD-96ED-9B94F62AF1AB}" dt="2025-08-14T08:16:27.058" v="185" actId="20577"/>
      <pc:docMkLst>
        <pc:docMk/>
      </pc:docMkLst>
      <pc:sldChg chg="modSp">
        <pc:chgData name="Vijay Gupta" userId="Knz0KxKIIY+7Y/xB+6x08enkLGabzg4xfIAcHlb58H4=" providerId="None" clId="Web-{732EEB9F-A793-4BCD-96ED-9B94F62AF1AB}" dt="2025-08-14T08:16:27.058" v="185" actId="20577"/>
        <pc:sldMkLst>
          <pc:docMk/>
          <pc:sldMk cId="473396290" sldId="259"/>
        </pc:sldMkLst>
        <pc:spChg chg="mod">
          <ac:chgData name="Vijay Gupta" userId="Knz0KxKIIY+7Y/xB+6x08enkLGabzg4xfIAcHlb58H4=" providerId="None" clId="Web-{732EEB9F-A793-4BCD-96ED-9B94F62AF1AB}" dt="2025-08-14T08:16:27.058" v="185" actId="20577"/>
          <ac:spMkLst>
            <pc:docMk/>
            <pc:sldMk cId="473396290" sldId="259"/>
            <ac:spMk id="3" creationId="{79DC3C78-4448-4D1D-97E7-E642B12828B1}"/>
          </ac:spMkLst>
        </pc:spChg>
      </pc:sldChg>
    </pc:docChg>
  </pc:docChgLst>
  <pc:docChgLst>
    <pc:chgData name="Vijay Gupta" userId="Knz0KxKIIY+7Y/xB+6x08enkLGabzg4xfIAcHlb58H4=" providerId="None" clId="Web-{B680E391-A393-400F-A475-7444E19CA6E3}"/>
    <pc:docChg chg="modSld">
      <pc:chgData name="Vijay Gupta" userId="Knz0KxKIIY+7Y/xB+6x08enkLGabzg4xfIAcHlb58H4=" providerId="None" clId="Web-{B680E391-A393-400F-A475-7444E19CA6E3}" dt="2025-08-13T09:08:16.856" v="1" actId="20577"/>
      <pc:docMkLst>
        <pc:docMk/>
      </pc:docMkLst>
      <pc:sldChg chg="modSp">
        <pc:chgData name="Vijay Gupta" userId="Knz0KxKIIY+7Y/xB+6x08enkLGabzg4xfIAcHlb58H4=" providerId="None" clId="Web-{B680E391-A393-400F-A475-7444E19CA6E3}" dt="2025-08-13T09:08:16.856" v="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B680E391-A393-400F-A475-7444E19CA6E3}" dt="2025-08-13T09:08:16.856" v="1" actId="20577"/>
          <ac:spMkLst>
            <pc:docMk/>
            <pc:sldMk cId="3684025570" sldId="370"/>
            <ac:spMk id="2" creationId="{61D67553-26A5-5154-779D-68121ACA07A7}"/>
          </ac:spMkLst>
        </pc:spChg>
      </pc:sldChg>
    </pc:docChg>
  </pc:docChgLst>
  <pc:docChgLst>
    <pc:chgData name="Vijay Gupta" userId="Knz0KxKIIY+7Y/xB+6x08enkLGabzg4xfIAcHlb58H4=" providerId="None" clId="Web-{83AF0383-3602-44C9-9E35-5CF705783EF6}"/>
    <pc:docChg chg="modSld">
      <pc:chgData name="Vijay Gupta" userId="Knz0KxKIIY+7Y/xB+6x08enkLGabzg4xfIAcHlb58H4=" providerId="None" clId="Web-{83AF0383-3602-44C9-9E35-5CF705783EF6}" dt="2025-08-18T06:53:18.792" v="9" actId="20577"/>
      <pc:docMkLst>
        <pc:docMk/>
      </pc:docMkLst>
      <pc:sldChg chg="modSp">
        <pc:chgData name="Vijay Gupta" userId="Knz0KxKIIY+7Y/xB+6x08enkLGabzg4xfIAcHlb58H4=" providerId="None" clId="Web-{83AF0383-3602-44C9-9E35-5CF705783EF6}" dt="2025-08-18T06:28:08.048" v="4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83AF0383-3602-44C9-9E35-5CF705783EF6}" dt="2025-08-18T06:27:39.251" v="0" actId="20577"/>
          <ac:spMkLst>
            <pc:docMk/>
            <pc:sldMk cId="1532860888" sldId="257"/>
            <ac:spMk id="3" creationId="{D6C25AC1-C670-CA4D-02CE-E1BA22231CBB}"/>
          </ac:spMkLst>
        </pc:spChg>
        <pc:spChg chg="mod">
          <ac:chgData name="Vijay Gupta" userId="Knz0KxKIIY+7Y/xB+6x08enkLGabzg4xfIAcHlb58H4=" providerId="None" clId="Web-{83AF0383-3602-44C9-9E35-5CF705783EF6}" dt="2025-08-18T06:28:08.048" v="4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83AF0383-3602-44C9-9E35-5CF705783EF6}" dt="2025-08-18T06:53:18.792" v="9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83AF0383-3602-44C9-9E35-5CF705783EF6}" dt="2025-08-18T06:53:18.792" v="9" actId="20577"/>
          <ac:spMkLst>
            <pc:docMk/>
            <pc:sldMk cId="649812310" sldId="372"/>
            <ac:spMk id="8" creationId="{25B78938-8947-ED6F-BD84-6B7BC1589E42}"/>
          </ac:spMkLst>
        </pc:spChg>
      </pc:sldChg>
    </pc:docChg>
  </pc:docChgLst>
  <pc:docChgLst>
    <pc:chgData name="Vijay Gupta" userId="Knz0KxKIIY+7Y/xB+6x08enkLGabzg4xfIAcHlb58H4=" providerId="None" clId="Web-{715B3C99-197E-4386-A485-86885C8E6242}"/>
    <pc:docChg chg="addSld delSld modSld">
      <pc:chgData name="Vijay Gupta" userId="Knz0KxKIIY+7Y/xB+6x08enkLGabzg4xfIAcHlb58H4=" providerId="None" clId="Web-{715B3C99-197E-4386-A485-86885C8E6242}" dt="2025-08-17T20:56:24.056" v="594" actId="20577"/>
      <pc:docMkLst>
        <pc:docMk/>
      </pc:docMkLst>
      <pc:sldChg chg="modSp">
        <pc:chgData name="Vijay Gupta" userId="Knz0KxKIIY+7Y/xB+6x08enkLGabzg4xfIAcHlb58H4=" providerId="None" clId="Web-{715B3C99-197E-4386-A485-86885C8E6242}" dt="2025-08-17T20:05:14.426" v="147" actId="20577"/>
        <pc:sldMkLst>
          <pc:docMk/>
          <pc:sldMk cId="1532860888" sldId="257"/>
        </pc:sldMkLst>
        <pc:spChg chg="mod">
          <ac:chgData name="Vijay Gupta" userId="Knz0KxKIIY+7Y/xB+6x08enkLGabzg4xfIAcHlb58H4=" providerId="None" clId="Web-{715B3C99-197E-4386-A485-86885C8E6242}" dt="2025-08-17T20:05:14.426" v="147" actId="20577"/>
          <ac:spMkLst>
            <pc:docMk/>
            <pc:sldMk cId="1532860888" sldId="257"/>
            <ac:spMk id="4" creationId="{2F345217-8133-BEB6-5F12-85BB09D10B73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17.927" v="174" actId="20577"/>
        <pc:sldMkLst>
          <pc:docMk/>
          <pc:sldMk cId="2746002738" sldId="343"/>
        </pc:sldMkLst>
        <pc:spChg chg="mod">
          <ac:chgData name="Vijay Gupta" userId="Knz0KxKIIY+7Y/xB+6x08enkLGabzg4xfIAcHlb58H4=" providerId="None" clId="Web-{715B3C99-197E-4386-A485-86885C8E6242}" dt="2025-08-17T20:07:17.927" v="174" actId="20577"/>
          <ac:spMkLst>
            <pc:docMk/>
            <pc:sldMk cId="2746002738" sldId="343"/>
            <ac:spMk id="8" creationId="{A8BE4308-1D98-CDF3-3F22-9CE0B8C58C6F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6.193" v="164" actId="20577"/>
        <pc:sldMkLst>
          <pc:docMk/>
          <pc:sldMk cId="3377156872" sldId="368"/>
        </pc:sldMkLst>
        <pc:spChg chg="mod">
          <ac:chgData name="Vijay Gupta" userId="Knz0KxKIIY+7Y/xB+6x08enkLGabzg4xfIAcHlb58H4=" providerId="None" clId="Web-{715B3C99-197E-4386-A485-86885C8E6242}" dt="2025-08-17T20:06:46.193" v="164" actId="20577"/>
          <ac:spMkLst>
            <pc:docMk/>
            <pc:sldMk cId="3377156872" sldId="368"/>
            <ac:spMk id="3" creationId="{FE35D305-1814-B28B-73A0-AF88EC3D4589}"/>
          </ac:spMkLst>
        </pc:spChg>
      </pc:sldChg>
      <pc:sldChg chg="modSp">
        <pc:chgData name="Vijay Gupta" userId="Knz0KxKIIY+7Y/xB+6x08enkLGabzg4xfIAcHlb58H4=" providerId="None" clId="Web-{715B3C99-197E-4386-A485-86885C8E6242}" dt="2025-08-17T20:06:47.630" v="168" actId="20577"/>
        <pc:sldMkLst>
          <pc:docMk/>
          <pc:sldMk cId="3057944921" sldId="369"/>
        </pc:sldMkLst>
        <pc:spChg chg="mod">
          <ac:chgData name="Vijay Gupta" userId="Knz0KxKIIY+7Y/xB+6x08enkLGabzg4xfIAcHlb58H4=" providerId="None" clId="Web-{715B3C99-197E-4386-A485-86885C8E6242}" dt="2025-08-17T20:06:47.630" v="168" actId="20577"/>
          <ac:spMkLst>
            <pc:docMk/>
            <pc:sldMk cId="3057944921" sldId="369"/>
            <ac:spMk id="3" creationId="{A2228A40-6553-3659-03A7-738C440F8B8A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03.771" v="171" actId="20577"/>
        <pc:sldMkLst>
          <pc:docMk/>
          <pc:sldMk cId="3684025570" sldId="370"/>
        </pc:sldMkLst>
        <pc:spChg chg="mod">
          <ac:chgData name="Vijay Gupta" userId="Knz0KxKIIY+7Y/xB+6x08enkLGabzg4xfIAcHlb58H4=" providerId="None" clId="Web-{715B3C99-197E-4386-A485-86885C8E6242}" dt="2025-08-17T20:07:03.771" v="171" actId="20577"/>
          <ac:spMkLst>
            <pc:docMk/>
            <pc:sldMk cId="3684025570" sldId="370"/>
            <ac:spMk id="3" creationId="{CD487492-1EC2-9E7C-EB0D-D407742FA862}"/>
          </ac:spMkLst>
        </pc:spChg>
      </pc:sldChg>
      <pc:sldChg chg="modSp">
        <pc:chgData name="Vijay Gupta" userId="Knz0KxKIIY+7Y/xB+6x08enkLGabzg4xfIAcHlb58H4=" providerId="None" clId="Web-{715B3C99-197E-4386-A485-86885C8E6242}" dt="2025-08-17T20:07:28.833" v="175" actId="20577"/>
        <pc:sldMkLst>
          <pc:docMk/>
          <pc:sldMk cId="649812310" sldId="372"/>
        </pc:sldMkLst>
        <pc:spChg chg="mod">
          <ac:chgData name="Vijay Gupta" userId="Knz0KxKIIY+7Y/xB+6x08enkLGabzg4xfIAcHlb58H4=" providerId="None" clId="Web-{715B3C99-197E-4386-A485-86885C8E6242}" dt="2025-08-17T20:07:28.833" v="175" actId="20577"/>
          <ac:spMkLst>
            <pc:docMk/>
            <pc:sldMk cId="649812310" sldId="372"/>
            <ac:spMk id="8" creationId="{25B78938-8947-ED6F-BD84-6B7BC1589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06.068" v="181" actId="20577"/>
        <pc:sldMkLst>
          <pc:docMk/>
          <pc:sldMk cId="1264807580" sldId="373"/>
        </pc:sldMkLst>
        <pc:spChg chg="mod">
          <ac:chgData name="Vijay Gupta" userId="Knz0KxKIIY+7Y/xB+6x08enkLGabzg4xfIAcHlb58H4=" providerId="None" clId="Web-{715B3C99-197E-4386-A485-86885C8E6242}" dt="2025-08-17T20:08:06.068" v="181" actId="20577"/>
          <ac:spMkLst>
            <pc:docMk/>
            <pc:sldMk cId="1264807580" sldId="373"/>
            <ac:spMk id="8" creationId="{F3A1BE54-E011-A20C-CE51-1D9F007CF5C5}"/>
          </ac:spMkLst>
        </pc:spChg>
      </pc:sldChg>
      <pc:sldChg chg="modSp">
        <pc:chgData name="Vijay Gupta" userId="Knz0KxKIIY+7Y/xB+6x08enkLGabzg4xfIAcHlb58H4=" providerId="None" clId="Web-{715B3C99-197E-4386-A485-86885C8E6242}" dt="2025-08-17T20:08:55.240" v="192" actId="20577"/>
        <pc:sldMkLst>
          <pc:docMk/>
          <pc:sldMk cId="107192024" sldId="374"/>
        </pc:sldMkLst>
        <pc:spChg chg="mod">
          <ac:chgData name="Vijay Gupta" userId="Knz0KxKIIY+7Y/xB+6x08enkLGabzg4xfIAcHlb58H4=" providerId="None" clId="Web-{715B3C99-197E-4386-A485-86885C8E6242}" dt="2025-08-17T20:08:55.240" v="192" actId="20577"/>
          <ac:spMkLst>
            <pc:docMk/>
            <pc:sldMk cId="107192024" sldId="374"/>
            <ac:spMk id="8" creationId="{1C371C2C-9AFA-178C-34D1-0C089CE7C789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23.991" v="198" actId="20577"/>
        <pc:sldMkLst>
          <pc:docMk/>
          <pc:sldMk cId="3077946937" sldId="375"/>
        </pc:sldMkLst>
        <pc:spChg chg="mod">
          <ac:chgData name="Vijay Gupta" userId="Knz0KxKIIY+7Y/xB+6x08enkLGabzg4xfIAcHlb58H4=" providerId="None" clId="Web-{715B3C99-197E-4386-A485-86885C8E6242}" dt="2025-08-17T20:10:23.991" v="198" actId="20577"/>
          <ac:spMkLst>
            <pc:docMk/>
            <pc:sldMk cId="3077946937" sldId="375"/>
            <ac:spMk id="8" creationId="{AE6DA914-A2CC-478F-879B-0390CE6488F4}"/>
          </ac:spMkLst>
        </pc:spChg>
      </pc:sldChg>
      <pc:sldChg chg="modSp">
        <pc:chgData name="Vijay Gupta" userId="Knz0KxKIIY+7Y/xB+6x08enkLGabzg4xfIAcHlb58H4=" providerId="None" clId="Web-{715B3C99-197E-4386-A485-86885C8E6242}" dt="2025-08-17T20:10:56.991" v="204" actId="20577"/>
        <pc:sldMkLst>
          <pc:docMk/>
          <pc:sldMk cId="763343921" sldId="376"/>
        </pc:sldMkLst>
        <pc:spChg chg="mod">
          <ac:chgData name="Vijay Gupta" userId="Knz0KxKIIY+7Y/xB+6x08enkLGabzg4xfIAcHlb58H4=" providerId="None" clId="Web-{715B3C99-197E-4386-A485-86885C8E6242}" dt="2025-08-17T20:10:56.991" v="204" actId="20577"/>
          <ac:spMkLst>
            <pc:docMk/>
            <pc:sldMk cId="763343921" sldId="376"/>
            <ac:spMk id="8" creationId="{C12E9D48-7404-B389-7D8A-3A5774B90994}"/>
          </ac:spMkLst>
        </pc:spChg>
      </pc:sldChg>
      <pc:sldChg chg="modSp">
        <pc:chgData name="Vijay Gupta" userId="Knz0KxKIIY+7Y/xB+6x08enkLGabzg4xfIAcHlb58H4=" providerId="None" clId="Web-{715B3C99-197E-4386-A485-86885C8E6242}" dt="2025-08-17T20:11:45.507" v="213" actId="20577"/>
        <pc:sldMkLst>
          <pc:docMk/>
          <pc:sldMk cId="2270252916" sldId="377"/>
        </pc:sldMkLst>
        <pc:spChg chg="mod">
          <ac:chgData name="Vijay Gupta" userId="Knz0KxKIIY+7Y/xB+6x08enkLGabzg4xfIAcHlb58H4=" providerId="None" clId="Web-{715B3C99-197E-4386-A485-86885C8E6242}" dt="2025-08-17T20:11:45.507" v="213" actId="20577"/>
          <ac:spMkLst>
            <pc:docMk/>
            <pc:sldMk cId="2270252916" sldId="377"/>
            <ac:spMk id="8" creationId="{BDBAF68E-7DF9-0CAA-8CA8-9B3288B3C2C3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12.493" v="227" actId="20577"/>
        <pc:sldMkLst>
          <pc:docMk/>
          <pc:sldMk cId="834507578" sldId="378"/>
        </pc:sldMkLst>
        <pc:spChg chg="mod">
          <ac:chgData name="Vijay Gupta" userId="Knz0KxKIIY+7Y/xB+6x08enkLGabzg4xfIAcHlb58H4=" providerId="None" clId="Web-{715B3C99-197E-4386-A485-86885C8E6242}" dt="2025-08-17T20:14:12.493" v="227" actId="20577"/>
          <ac:spMkLst>
            <pc:docMk/>
            <pc:sldMk cId="834507578" sldId="378"/>
            <ac:spMk id="8" creationId="{33B50135-4B3C-1F31-9594-890C0102F91C}"/>
          </ac:spMkLst>
        </pc:spChg>
      </pc:sldChg>
      <pc:sldChg chg="modSp">
        <pc:chgData name="Vijay Gupta" userId="Knz0KxKIIY+7Y/xB+6x08enkLGabzg4xfIAcHlb58H4=" providerId="None" clId="Web-{715B3C99-197E-4386-A485-86885C8E6242}" dt="2025-08-17T20:14:51.181" v="233" actId="20577"/>
        <pc:sldMkLst>
          <pc:docMk/>
          <pc:sldMk cId="180998137" sldId="379"/>
        </pc:sldMkLst>
        <pc:spChg chg="mod">
          <ac:chgData name="Vijay Gupta" userId="Knz0KxKIIY+7Y/xB+6x08enkLGabzg4xfIAcHlb58H4=" providerId="None" clId="Web-{715B3C99-197E-4386-A485-86885C8E6242}" dt="2025-08-17T20:14:51.181" v="233" actId="20577"/>
          <ac:spMkLst>
            <pc:docMk/>
            <pc:sldMk cId="180998137" sldId="379"/>
            <ac:spMk id="8" creationId="{60CB1FF5-FBC0-D6B7-0DAA-BD6FE1419F58}"/>
          </ac:spMkLst>
        </pc:spChg>
      </pc:sldChg>
      <pc:sldChg chg="modSp">
        <pc:chgData name="Vijay Gupta" userId="Knz0KxKIIY+7Y/xB+6x08enkLGabzg4xfIAcHlb58H4=" providerId="None" clId="Web-{715B3C99-197E-4386-A485-86885C8E6242}" dt="2025-08-17T20:15:47.900" v="239" actId="20577"/>
        <pc:sldMkLst>
          <pc:docMk/>
          <pc:sldMk cId="4223604304" sldId="380"/>
        </pc:sldMkLst>
        <pc:spChg chg="mod">
          <ac:chgData name="Vijay Gupta" userId="Knz0KxKIIY+7Y/xB+6x08enkLGabzg4xfIAcHlb58H4=" providerId="None" clId="Web-{715B3C99-197E-4386-A485-86885C8E6242}" dt="2025-08-17T20:15:47.900" v="239" actId="20577"/>
          <ac:spMkLst>
            <pc:docMk/>
            <pc:sldMk cId="4223604304" sldId="380"/>
            <ac:spMk id="8" creationId="{5461BD33-D8F8-4077-88C1-4380676CC1BC}"/>
          </ac:spMkLst>
        </pc:spChg>
      </pc:sldChg>
      <pc:sldChg chg="modSp">
        <pc:chgData name="Vijay Gupta" userId="Knz0KxKIIY+7Y/xB+6x08enkLGabzg4xfIAcHlb58H4=" providerId="None" clId="Web-{715B3C99-197E-4386-A485-86885C8E6242}" dt="2025-08-17T20:18:51.980" v="271" actId="20577"/>
        <pc:sldMkLst>
          <pc:docMk/>
          <pc:sldMk cId="600071485" sldId="381"/>
        </pc:sldMkLst>
        <pc:spChg chg="mod">
          <ac:chgData name="Vijay Gupta" userId="Knz0KxKIIY+7Y/xB+6x08enkLGabzg4xfIAcHlb58H4=" providerId="None" clId="Web-{715B3C99-197E-4386-A485-86885C8E6242}" dt="2025-08-17T20:18:51.980" v="271" actId="20577"/>
          <ac:spMkLst>
            <pc:docMk/>
            <pc:sldMk cId="600071485" sldId="381"/>
            <ac:spMk id="4" creationId="{9F0778EA-714F-0E6B-21E5-42866D8271BA}"/>
          </ac:spMkLst>
        </pc:spChg>
        <pc:spChg chg="mod">
          <ac:chgData name="Vijay Gupta" userId="Knz0KxKIIY+7Y/xB+6x08enkLGabzg4xfIAcHlb58H4=" providerId="None" clId="Web-{715B3C99-197E-4386-A485-86885C8E6242}" dt="2025-08-17T20:18:16.198" v="260" actId="20577"/>
          <ac:spMkLst>
            <pc:docMk/>
            <pc:sldMk cId="600071485" sldId="381"/>
            <ac:spMk id="8" creationId="{5DB30CA7-C0DA-FCB6-EB08-D6DF5AE32631}"/>
          </ac:spMkLst>
        </pc:spChg>
      </pc:sldChg>
      <pc:sldChg chg="modSp">
        <pc:chgData name="Vijay Gupta" userId="Knz0KxKIIY+7Y/xB+6x08enkLGabzg4xfIAcHlb58H4=" providerId="None" clId="Web-{715B3C99-197E-4386-A485-86885C8E6242}" dt="2025-08-17T20:19:22.449" v="277" actId="20577"/>
        <pc:sldMkLst>
          <pc:docMk/>
          <pc:sldMk cId="2303758082" sldId="382"/>
        </pc:sldMkLst>
        <pc:spChg chg="mod">
          <ac:chgData name="Vijay Gupta" userId="Knz0KxKIIY+7Y/xB+6x08enkLGabzg4xfIAcHlb58H4=" providerId="None" clId="Web-{715B3C99-197E-4386-A485-86885C8E6242}" dt="2025-08-17T20:18:46.339" v="270" actId="20577"/>
          <ac:spMkLst>
            <pc:docMk/>
            <pc:sldMk cId="2303758082" sldId="382"/>
            <ac:spMk id="4" creationId="{4A753E57-B999-36AC-A030-01A2E799EC22}"/>
          </ac:spMkLst>
        </pc:spChg>
        <pc:spChg chg="mod">
          <ac:chgData name="Vijay Gupta" userId="Knz0KxKIIY+7Y/xB+6x08enkLGabzg4xfIAcHlb58H4=" providerId="None" clId="Web-{715B3C99-197E-4386-A485-86885C8E6242}" dt="2025-08-17T20:19:22.449" v="277" actId="20577"/>
          <ac:spMkLst>
            <pc:docMk/>
            <pc:sldMk cId="2303758082" sldId="382"/>
            <ac:spMk id="8" creationId="{5F2E1F99-3D94-20DA-E5CD-9E383A187A12}"/>
          </ac:spMkLst>
        </pc:spChg>
      </pc:sldChg>
      <pc:sldChg chg="modSp">
        <pc:chgData name="Vijay Gupta" userId="Knz0KxKIIY+7Y/xB+6x08enkLGabzg4xfIAcHlb58H4=" providerId="None" clId="Web-{715B3C99-197E-4386-A485-86885C8E6242}" dt="2025-08-17T20:20:15.762" v="298" actId="20577"/>
        <pc:sldMkLst>
          <pc:docMk/>
          <pc:sldMk cId="331697403" sldId="383"/>
        </pc:sldMkLst>
        <pc:spChg chg="mod">
          <ac:chgData name="Vijay Gupta" userId="Knz0KxKIIY+7Y/xB+6x08enkLGabzg4xfIAcHlb58H4=" providerId="None" clId="Web-{715B3C99-197E-4386-A485-86885C8E6242}" dt="2025-08-17T20:19:28.387" v="278" actId="20577"/>
          <ac:spMkLst>
            <pc:docMk/>
            <pc:sldMk cId="331697403" sldId="383"/>
            <ac:spMk id="4" creationId="{A47C3EB1-E070-06E1-D87C-83452B06E27F}"/>
          </ac:spMkLst>
        </pc:spChg>
        <pc:spChg chg="mod">
          <ac:chgData name="Vijay Gupta" userId="Knz0KxKIIY+7Y/xB+6x08enkLGabzg4xfIAcHlb58H4=" providerId="None" clId="Web-{715B3C99-197E-4386-A485-86885C8E6242}" dt="2025-08-17T20:20:15.762" v="298" actId="20577"/>
          <ac:spMkLst>
            <pc:docMk/>
            <pc:sldMk cId="331697403" sldId="383"/>
            <ac:spMk id="8" creationId="{06C3F8D1-306E-C233-3E74-BAD52CAA1D43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20.998" v="348" actId="20577"/>
        <pc:sldMkLst>
          <pc:docMk/>
          <pc:sldMk cId="4253916651" sldId="384"/>
        </pc:sldMkLst>
        <pc:spChg chg="mod">
          <ac:chgData name="Vijay Gupta" userId="Knz0KxKIIY+7Y/xB+6x08enkLGabzg4xfIAcHlb58H4=" providerId="None" clId="Web-{715B3C99-197E-4386-A485-86885C8E6242}" dt="2025-08-17T20:20:20.981" v="299" actId="20577"/>
          <ac:spMkLst>
            <pc:docMk/>
            <pc:sldMk cId="4253916651" sldId="384"/>
            <ac:spMk id="4" creationId="{64C29890-83A6-BBD2-08EB-C82FF7535F4D}"/>
          </ac:spMkLst>
        </pc:spChg>
        <pc:spChg chg="mod">
          <ac:chgData name="Vijay Gupta" userId="Knz0KxKIIY+7Y/xB+6x08enkLGabzg4xfIAcHlb58H4=" providerId="None" clId="Web-{715B3C99-197E-4386-A485-86885C8E6242}" dt="2025-08-17T20:23:20.998" v="348" actId="20577"/>
          <ac:spMkLst>
            <pc:docMk/>
            <pc:sldMk cId="4253916651" sldId="384"/>
            <ac:spMk id="8" creationId="{708FC1F8-98DD-2823-7182-3801E0D427EA}"/>
          </ac:spMkLst>
        </pc:spChg>
      </pc:sldChg>
      <pc:sldChg chg="modSp">
        <pc:chgData name="Vijay Gupta" userId="Knz0KxKIIY+7Y/xB+6x08enkLGabzg4xfIAcHlb58H4=" providerId="None" clId="Web-{715B3C99-197E-4386-A485-86885C8E6242}" dt="2025-08-17T20:23:36.483" v="352" actId="20577"/>
        <pc:sldMkLst>
          <pc:docMk/>
          <pc:sldMk cId="1798311183" sldId="385"/>
        </pc:sldMkLst>
        <pc:spChg chg="mod">
          <ac:chgData name="Vijay Gupta" userId="Knz0KxKIIY+7Y/xB+6x08enkLGabzg4xfIAcHlb58H4=" providerId="None" clId="Web-{715B3C99-197E-4386-A485-86885C8E6242}" dt="2025-08-17T20:23:36.483" v="352" actId="20577"/>
          <ac:spMkLst>
            <pc:docMk/>
            <pc:sldMk cId="1798311183" sldId="385"/>
            <ac:spMk id="8" creationId="{7C3CD341-F7EB-7AF7-5EB3-3736888A0D72}"/>
          </ac:spMkLst>
        </pc:spChg>
      </pc:sldChg>
      <pc:sldChg chg="modSp">
        <pc:chgData name="Vijay Gupta" userId="Knz0KxKIIY+7Y/xB+6x08enkLGabzg4xfIAcHlb58H4=" providerId="None" clId="Web-{715B3C99-197E-4386-A485-86885C8E6242}" dt="2025-08-17T20:22:28.841" v="335" actId="20577"/>
        <pc:sldMkLst>
          <pc:docMk/>
          <pc:sldMk cId="402714348" sldId="386"/>
        </pc:sldMkLst>
        <pc:spChg chg="mod">
          <ac:chgData name="Vijay Gupta" userId="Knz0KxKIIY+7Y/xB+6x08enkLGabzg4xfIAcHlb58H4=" providerId="None" clId="Web-{715B3C99-197E-4386-A485-86885C8E6242}" dt="2025-08-17T20:22:28.841" v="335" actId="20577"/>
          <ac:spMkLst>
            <pc:docMk/>
            <pc:sldMk cId="402714348" sldId="386"/>
            <ac:spMk id="8" creationId="{47E4D08E-3A29-E6AD-A04F-70123EFB6E42}"/>
          </ac:spMkLst>
        </pc:spChg>
      </pc:sldChg>
      <pc:sldChg chg="modSp">
        <pc:chgData name="Vijay Gupta" userId="Knz0KxKIIY+7Y/xB+6x08enkLGabzg4xfIAcHlb58H4=" providerId="None" clId="Web-{715B3C99-197E-4386-A485-86885C8E6242}" dt="2025-08-17T20:16:46.057" v="245" actId="20577"/>
        <pc:sldMkLst>
          <pc:docMk/>
          <pc:sldMk cId="1690680625" sldId="387"/>
        </pc:sldMkLst>
        <pc:spChg chg="mod">
          <ac:chgData name="Vijay Gupta" userId="Knz0KxKIIY+7Y/xB+6x08enkLGabzg4xfIAcHlb58H4=" providerId="None" clId="Web-{715B3C99-197E-4386-A485-86885C8E6242}" dt="2025-08-17T20:16:46.057" v="245" actId="20577"/>
          <ac:spMkLst>
            <pc:docMk/>
            <pc:sldMk cId="1690680625" sldId="387"/>
            <ac:spMk id="8" creationId="{272E9F1D-20A5-5EDA-6D2E-C59D716D80F2}"/>
          </ac:spMkLst>
        </pc:spChg>
      </pc:sldChg>
      <pc:sldChg chg="modSp">
        <pc:chgData name="Vijay Gupta" userId="Knz0KxKIIY+7Y/xB+6x08enkLGabzg4xfIAcHlb58H4=" providerId="None" clId="Web-{715B3C99-197E-4386-A485-86885C8E6242}" dt="2025-08-17T20:26:36.640" v="400" actId="20577"/>
        <pc:sldMkLst>
          <pc:docMk/>
          <pc:sldMk cId="3660236816" sldId="388"/>
        </pc:sldMkLst>
        <pc:spChg chg="mod">
          <ac:chgData name="Vijay Gupta" userId="Knz0KxKIIY+7Y/xB+6x08enkLGabzg4xfIAcHlb58H4=" providerId="None" clId="Web-{715B3C99-197E-4386-A485-86885C8E6242}" dt="2025-08-17T20:23:57.701" v="354" actId="20577"/>
          <ac:spMkLst>
            <pc:docMk/>
            <pc:sldMk cId="3660236816" sldId="388"/>
            <ac:spMk id="4" creationId="{04F24E7B-02A4-5DDC-23B8-1A939D85D339}"/>
          </ac:spMkLst>
        </pc:spChg>
        <pc:spChg chg="mod">
          <ac:chgData name="Vijay Gupta" userId="Knz0KxKIIY+7Y/xB+6x08enkLGabzg4xfIAcHlb58H4=" providerId="None" clId="Web-{715B3C99-197E-4386-A485-86885C8E6242}" dt="2025-08-17T20:26:36.640" v="400" actId="20577"/>
          <ac:spMkLst>
            <pc:docMk/>
            <pc:sldMk cId="3660236816" sldId="388"/>
            <ac:spMk id="8" creationId="{1E9CA61F-6C76-D2E6-2115-FDE3FCE0C379}"/>
          </ac:spMkLst>
        </pc:spChg>
      </pc:sldChg>
      <pc:sldChg chg="modSp">
        <pc:chgData name="Vijay Gupta" userId="Knz0KxKIIY+7Y/xB+6x08enkLGabzg4xfIAcHlb58H4=" providerId="None" clId="Web-{715B3C99-197E-4386-A485-86885C8E6242}" dt="2025-08-17T20:25:17.030" v="380" actId="20577"/>
        <pc:sldMkLst>
          <pc:docMk/>
          <pc:sldMk cId="4136547602" sldId="389"/>
        </pc:sldMkLst>
        <pc:spChg chg="mod">
          <ac:chgData name="Vijay Gupta" userId="Knz0KxKIIY+7Y/xB+6x08enkLGabzg4xfIAcHlb58H4=" providerId="None" clId="Web-{715B3C99-197E-4386-A485-86885C8E6242}" dt="2025-08-17T20:24:21.686" v="357" actId="20577"/>
          <ac:spMkLst>
            <pc:docMk/>
            <pc:sldMk cId="4136547602" sldId="389"/>
            <ac:spMk id="4" creationId="{532E5575-5A6A-2E8D-4340-D57C57002FE7}"/>
          </ac:spMkLst>
        </pc:spChg>
        <pc:spChg chg="mod">
          <ac:chgData name="Vijay Gupta" userId="Knz0KxKIIY+7Y/xB+6x08enkLGabzg4xfIAcHlb58H4=" providerId="None" clId="Web-{715B3C99-197E-4386-A485-86885C8E6242}" dt="2025-08-17T20:25:17.030" v="380" actId="20577"/>
          <ac:spMkLst>
            <pc:docMk/>
            <pc:sldMk cId="4136547602" sldId="389"/>
            <ac:spMk id="8" creationId="{222AD836-A238-DD5D-9A60-EE7B8DE56331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27.500" v="407" actId="20577"/>
        <pc:sldMkLst>
          <pc:docMk/>
          <pc:sldMk cId="2185482482" sldId="390"/>
        </pc:sldMkLst>
        <pc:spChg chg="mod">
          <ac:chgData name="Vijay Gupta" userId="Knz0KxKIIY+7Y/xB+6x08enkLGabzg4xfIAcHlb58H4=" providerId="None" clId="Web-{715B3C99-197E-4386-A485-86885C8E6242}" dt="2025-08-17T20:27:27.500" v="407" actId="20577"/>
          <ac:spMkLst>
            <pc:docMk/>
            <pc:sldMk cId="2185482482" sldId="390"/>
            <ac:spMk id="8" creationId="{DB049CFC-0239-E617-90F7-4A261297D600}"/>
          </ac:spMkLst>
        </pc:spChg>
      </pc:sldChg>
      <pc:sldChg chg="modSp">
        <pc:chgData name="Vijay Gupta" userId="Knz0KxKIIY+7Y/xB+6x08enkLGabzg4xfIAcHlb58H4=" providerId="None" clId="Web-{715B3C99-197E-4386-A485-86885C8E6242}" dt="2025-08-17T20:27:46.469" v="413" actId="20577"/>
        <pc:sldMkLst>
          <pc:docMk/>
          <pc:sldMk cId="4238968842" sldId="391"/>
        </pc:sldMkLst>
        <pc:spChg chg="mod">
          <ac:chgData name="Vijay Gupta" userId="Knz0KxKIIY+7Y/xB+6x08enkLGabzg4xfIAcHlb58H4=" providerId="None" clId="Web-{715B3C99-197E-4386-A485-86885C8E6242}" dt="2025-08-17T20:27:46.469" v="413" actId="20577"/>
          <ac:spMkLst>
            <pc:docMk/>
            <pc:sldMk cId="4238968842" sldId="391"/>
            <ac:spMk id="8" creationId="{ADD21A90-2949-64C5-5B7F-3467C985E63C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22.547" v="420" actId="20577"/>
        <pc:sldMkLst>
          <pc:docMk/>
          <pc:sldMk cId="3886338880" sldId="392"/>
        </pc:sldMkLst>
        <pc:spChg chg="mod">
          <ac:chgData name="Vijay Gupta" userId="Knz0KxKIIY+7Y/xB+6x08enkLGabzg4xfIAcHlb58H4=" providerId="None" clId="Web-{715B3C99-197E-4386-A485-86885C8E6242}" dt="2025-08-17T20:28:22.547" v="420" actId="20577"/>
          <ac:spMkLst>
            <pc:docMk/>
            <pc:sldMk cId="3886338880" sldId="392"/>
            <ac:spMk id="8" creationId="{841EE64D-DE15-F873-C2DA-3AC8513FEE95}"/>
          </ac:spMkLst>
        </pc:spChg>
      </pc:sldChg>
      <pc:sldChg chg="modSp">
        <pc:chgData name="Vijay Gupta" userId="Knz0KxKIIY+7Y/xB+6x08enkLGabzg4xfIAcHlb58H4=" providerId="None" clId="Web-{715B3C99-197E-4386-A485-86885C8E6242}" dt="2025-08-17T20:28:40.704" v="426" actId="20577"/>
        <pc:sldMkLst>
          <pc:docMk/>
          <pc:sldMk cId="2472288591" sldId="393"/>
        </pc:sldMkLst>
        <pc:spChg chg="mod">
          <ac:chgData name="Vijay Gupta" userId="Knz0KxKIIY+7Y/xB+6x08enkLGabzg4xfIAcHlb58H4=" providerId="None" clId="Web-{715B3C99-197E-4386-A485-86885C8E6242}" dt="2025-08-17T20:28:40.704" v="426" actId="20577"/>
          <ac:spMkLst>
            <pc:docMk/>
            <pc:sldMk cId="2472288591" sldId="393"/>
            <ac:spMk id="8" creationId="{65495165-6991-8FF4-F704-6E297EAFFECE}"/>
          </ac:spMkLst>
        </pc:spChg>
      </pc:sldChg>
      <pc:sldChg chg="modSp">
        <pc:chgData name="Vijay Gupta" userId="Knz0KxKIIY+7Y/xB+6x08enkLGabzg4xfIAcHlb58H4=" providerId="None" clId="Web-{715B3C99-197E-4386-A485-86885C8E6242}" dt="2025-08-17T20:30:29.189" v="433" actId="20577"/>
        <pc:sldMkLst>
          <pc:docMk/>
          <pc:sldMk cId="2195193157" sldId="394"/>
        </pc:sldMkLst>
        <pc:spChg chg="mod">
          <ac:chgData name="Vijay Gupta" userId="Knz0KxKIIY+7Y/xB+6x08enkLGabzg4xfIAcHlb58H4=" providerId="None" clId="Web-{715B3C99-197E-4386-A485-86885C8E6242}" dt="2025-08-17T20:30:29.189" v="433" actId="20577"/>
          <ac:spMkLst>
            <pc:docMk/>
            <pc:sldMk cId="2195193157" sldId="394"/>
            <ac:spMk id="8" creationId="{5720B179-696D-9BCE-D135-4ECE0E4FD1FD}"/>
          </ac:spMkLst>
        </pc:spChg>
      </pc:sldChg>
      <pc:sldChg chg="modSp">
        <pc:chgData name="Vijay Gupta" userId="Knz0KxKIIY+7Y/xB+6x08enkLGabzg4xfIAcHlb58H4=" providerId="None" clId="Web-{715B3C99-197E-4386-A485-86885C8E6242}" dt="2025-08-17T20:34:58.129" v="440" actId="20577"/>
        <pc:sldMkLst>
          <pc:docMk/>
          <pc:sldMk cId="2338594038" sldId="395"/>
        </pc:sldMkLst>
        <pc:spChg chg="mod">
          <ac:chgData name="Vijay Gupta" userId="Knz0KxKIIY+7Y/xB+6x08enkLGabzg4xfIAcHlb58H4=" providerId="None" clId="Web-{715B3C99-197E-4386-A485-86885C8E6242}" dt="2025-08-17T20:34:58.129" v="440" actId="20577"/>
          <ac:spMkLst>
            <pc:docMk/>
            <pc:sldMk cId="2338594038" sldId="395"/>
            <ac:spMk id="8" creationId="{BBED0399-67C2-EEE3-6C8D-A22216350323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16.332" v="446" actId="20577"/>
        <pc:sldMkLst>
          <pc:docMk/>
          <pc:sldMk cId="1318145206" sldId="396"/>
        </pc:sldMkLst>
        <pc:spChg chg="mod">
          <ac:chgData name="Vijay Gupta" userId="Knz0KxKIIY+7Y/xB+6x08enkLGabzg4xfIAcHlb58H4=" providerId="None" clId="Web-{715B3C99-197E-4386-A485-86885C8E6242}" dt="2025-08-17T20:35:16.332" v="446" actId="20577"/>
          <ac:spMkLst>
            <pc:docMk/>
            <pc:sldMk cId="1318145206" sldId="396"/>
            <ac:spMk id="8" creationId="{683803D9-990A-B6A4-8661-9A9C8ABEDE92}"/>
          </ac:spMkLst>
        </pc:spChg>
      </pc:sldChg>
      <pc:sldChg chg="modSp">
        <pc:chgData name="Vijay Gupta" userId="Knz0KxKIIY+7Y/xB+6x08enkLGabzg4xfIAcHlb58H4=" providerId="None" clId="Web-{715B3C99-197E-4386-A485-86885C8E6242}" dt="2025-08-17T20:35:48.379" v="452" actId="20577"/>
        <pc:sldMkLst>
          <pc:docMk/>
          <pc:sldMk cId="970132721" sldId="397"/>
        </pc:sldMkLst>
        <pc:spChg chg="mod">
          <ac:chgData name="Vijay Gupta" userId="Knz0KxKIIY+7Y/xB+6x08enkLGabzg4xfIAcHlb58H4=" providerId="None" clId="Web-{715B3C99-197E-4386-A485-86885C8E6242}" dt="2025-08-17T20:35:48.379" v="452" actId="20577"/>
          <ac:spMkLst>
            <pc:docMk/>
            <pc:sldMk cId="970132721" sldId="397"/>
            <ac:spMk id="8" creationId="{FCF435A6-32C7-0DA5-94EE-0306D849B3DF}"/>
          </ac:spMkLst>
        </pc:spChg>
      </pc:sldChg>
      <pc:sldChg chg="modSp">
        <pc:chgData name="Vijay Gupta" userId="Knz0KxKIIY+7Y/xB+6x08enkLGabzg4xfIAcHlb58H4=" providerId="None" clId="Web-{715B3C99-197E-4386-A485-86885C8E6242}" dt="2025-08-17T20:37:48.255" v="458" actId="20577"/>
        <pc:sldMkLst>
          <pc:docMk/>
          <pc:sldMk cId="2132424631" sldId="398"/>
        </pc:sldMkLst>
        <pc:spChg chg="mod">
          <ac:chgData name="Vijay Gupta" userId="Knz0KxKIIY+7Y/xB+6x08enkLGabzg4xfIAcHlb58H4=" providerId="None" clId="Web-{715B3C99-197E-4386-A485-86885C8E6242}" dt="2025-08-17T20:37:48.255" v="458" actId="20577"/>
          <ac:spMkLst>
            <pc:docMk/>
            <pc:sldMk cId="2132424631" sldId="398"/>
            <ac:spMk id="8" creationId="{96D747EB-DD1B-B97F-7866-30B650E01111}"/>
          </ac:spMkLst>
        </pc:spChg>
      </pc:sldChg>
      <pc:sldChg chg="modSp">
        <pc:chgData name="Vijay Gupta" userId="Knz0KxKIIY+7Y/xB+6x08enkLGabzg4xfIAcHlb58H4=" providerId="None" clId="Web-{715B3C99-197E-4386-A485-86885C8E6242}" dt="2025-08-17T20:38:55.240" v="464" actId="20577"/>
        <pc:sldMkLst>
          <pc:docMk/>
          <pc:sldMk cId="3013663133" sldId="399"/>
        </pc:sldMkLst>
        <pc:spChg chg="mod">
          <ac:chgData name="Vijay Gupta" userId="Knz0KxKIIY+7Y/xB+6x08enkLGabzg4xfIAcHlb58H4=" providerId="None" clId="Web-{715B3C99-197E-4386-A485-86885C8E6242}" dt="2025-08-17T20:38:55.240" v="464" actId="20577"/>
          <ac:spMkLst>
            <pc:docMk/>
            <pc:sldMk cId="3013663133" sldId="399"/>
            <ac:spMk id="8" creationId="{3F8F83ED-8011-48E8-CB75-129903C797FE}"/>
          </ac:spMkLst>
        </pc:spChg>
      </pc:sldChg>
      <pc:sldChg chg="modSp">
        <pc:chgData name="Vijay Gupta" userId="Knz0KxKIIY+7Y/xB+6x08enkLGabzg4xfIAcHlb58H4=" providerId="None" clId="Web-{715B3C99-197E-4386-A485-86885C8E6242}" dt="2025-08-17T20:54:00.773" v="565" actId="20577"/>
        <pc:sldMkLst>
          <pc:docMk/>
          <pc:sldMk cId="1631569173" sldId="400"/>
        </pc:sldMkLst>
        <pc:spChg chg="mod">
          <ac:chgData name="Vijay Gupta" userId="Knz0KxKIIY+7Y/xB+6x08enkLGabzg4xfIAcHlb58H4=" providerId="None" clId="Web-{715B3C99-197E-4386-A485-86885C8E6242}" dt="2025-08-17T20:48:22.390" v="514" actId="20577"/>
          <ac:spMkLst>
            <pc:docMk/>
            <pc:sldMk cId="1631569173" sldId="400"/>
            <ac:spMk id="4" creationId="{E19220C8-CC57-DB86-251D-D8CB68325505}"/>
          </ac:spMkLst>
        </pc:spChg>
        <pc:spChg chg="mod">
          <ac:chgData name="Vijay Gupta" userId="Knz0KxKIIY+7Y/xB+6x08enkLGabzg4xfIAcHlb58H4=" providerId="None" clId="Web-{715B3C99-197E-4386-A485-86885C8E6242}" dt="2025-08-17T20:54:00.773" v="565" actId="20577"/>
          <ac:spMkLst>
            <pc:docMk/>
            <pc:sldMk cId="1631569173" sldId="400"/>
            <ac:spMk id="8" creationId="{374FD0BE-C7AB-C633-6B5F-5CB23A765111}"/>
          </ac:spMkLst>
        </pc:spChg>
      </pc:sldChg>
      <pc:sldChg chg="del">
        <pc:chgData name="Vijay Gupta" userId="Knz0KxKIIY+7Y/xB+6x08enkLGabzg4xfIAcHlb58H4=" providerId="None" clId="Web-{715B3C99-197E-4386-A485-86885C8E6242}" dt="2025-08-17T20:48:44.312" v="521"/>
        <pc:sldMkLst>
          <pc:docMk/>
          <pc:sldMk cId="1039862879" sldId="401"/>
        </pc:sldMkLst>
      </pc:sldChg>
      <pc:sldChg chg="modSp">
        <pc:chgData name="Vijay Gupta" userId="Knz0KxKIIY+7Y/xB+6x08enkLGabzg4xfIAcHlb58H4=" providerId="None" clId="Web-{715B3C99-197E-4386-A485-86885C8E6242}" dt="2025-08-17T20:42:17.601" v="485" actId="20577"/>
        <pc:sldMkLst>
          <pc:docMk/>
          <pc:sldMk cId="2821731014" sldId="403"/>
        </pc:sldMkLst>
        <pc:spChg chg="mod">
          <ac:chgData name="Vijay Gupta" userId="Knz0KxKIIY+7Y/xB+6x08enkLGabzg4xfIAcHlb58H4=" providerId="None" clId="Web-{715B3C99-197E-4386-A485-86885C8E6242}" dt="2025-08-17T20:42:17.601" v="485" actId="20577"/>
          <ac:spMkLst>
            <pc:docMk/>
            <pc:sldMk cId="2821731014" sldId="403"/>
            <ac:spMk id="8" creationId="{29779CED-7BE2-EE0D-4DAD-CC2393EF2ACC}"/>
          </ac:spMkLst>
        </pc:spChg>
      </pc:sldChg>
      <pc:sldChg chg="modSp">
        <pc:chgData name="Vijay Gupta" userId="Knz0KxKIIY+7Y/xB+6x08enkLGabzg4xfIAcHlb58H4=" providerId="None" clId="Web-{715B3C99-197E-4386-A485-86885C8E6242}" dt="2025-08-17T20:42:08.132" v="484" actId="20577"/>
        <pc:sldMkLst>
          <pc:docMk/>
          <pc:sldMk cId="1923470524" sldId="404"/>
        </pc:sldMkLst>
        <pc:spChg chg="mod">
          <ac:chgData name="Vijay Gupta" userId="Knz0KxKIIY+7Y/xB+6x08enkLGabzg4xfIAcHlb58H4=" providerId="None" clId="Web-{715B3C99-197E-4386-A485-86885C8E6242}" dt="2025-08-17T20:42:08.132" v="484" actId="20577"/>
          <ac:spMkLst>
            <pc:docMk/>
            <pc:sldMk cId="1923470524" sldId="404"/>
            <ac:spMk id="8" creationId="{E3B0302B-94E4-1622-58CA-F1BFE0B15DA8}"/>
          </ac:spMkLst>
        </pc:spChg>
      </pc:sldChg>
      <pc:sldChg chg="addSp delSp modSp">
        <pc:chgData name="Vijay Gupta" userId="Knz0KxKIIY+7Y/xB+6x08enkLGabzg4xfIAcHlb58H4=" providerId="None" clId="Web-{715B3C99-197E-4386-A485-86885C8E6242}" dt="2025-08-17T20:42:58.179" v="504" actId="20577"/>
        <pc:sldMkLst>
          <pc:docMk/>
          <pc:sldMk cId="2607404804" sldId="405"/>
        </pc:sldMkLst>
        <pc:spChg chg="add del mod">
          <ac:chgData name="Vijay Gupta" userId="Knz0KxKIIY+7Y/xB+6x08enkLGabzg4xfIAcHlb58H4=" providerId="None" clId="Web-{715B3C99-197E-4386-A485-86885C8E6242}" dt="2025-08-17T20:42:58.179" v="504" actId="20577"/>
          <ac:spMkLst>
            <pc:docMk/>
            <pc:sldMk cId="2607404804" sldId="405"/>
            <ac:spMk id="8" creationId="{F58C856C-E871-1D81-9531-41D62F571353}"/>
          </ac:spMkLst>
        </pc:spChg>
      </pc:sldChg>
      <pc:sldChg chg="modSp">
        <pc:chgData name="Vijay Gupta" userId="Knz0KxKIIY+7Y/xB+6x08enkLGabzg4xfIAcHlb58H4=" providerId="None" clId="Web-{715B3C99-197E-4386-A485-86885C8E6242}" dt="2025-08-17T20:47:55.656" v="510" actId="20577"/>
        <pc:sldMkLst>
          <pc:docMk/>
          <pc:sldMk cId="4262656106" sldId="406"/>
        </pc:sldMkLst>
        <pc:spChg chg="mod">
          <ac:chgData name="Vijay Gupta" userId="Knz0KxKIIY+7Y/xB+6x08enkLGabzg4xfIAcHlb58H4=" providerId="None" clId="Web-{715B3C99-197E-4386-A485-86885C8E6242}" dt="2025-08-17T20:47:55.656" v="510" actId="20577"/>
          <ac:spMkLst>
            <pc:docMk/>
            <pc:sldMk cId="4262656106" sldId="406"/>
            <ac:spMk id="8" creationId="{63448522-74BF-A288-EB52-149299CDAF3A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13:18.852" v="220" actId="20577"/>
        <pc:sldMkLst>
          <pc:docMk/>
          <pc:sldMk cId="1292683424" sldId="407"/>
        </pc:sldMkLst>
        <pc:spChg chg="mod">
          <ac:chgData name="Vijay Gupta" userId="Knz0KxKIIY+7Y/xB+6x08enkLGabzg4xfIAcHlb58H4=" providerId="None" clId="Web-{715B3C99-197E-4386-A485-86885C8E6242}" dt="2025-08-17T20:13:18.852" v="220" actId="20577"/>
          <ac:spMkLst>
            <pc:docMk/>
            <pc:sldMk cId="1292683424" sldId="407"/>
            <ac:spMk id="8" creationId="{F3013976-8F52-A961-B85F-1F3DD9C169F3}"/>
          </ac:spMkLst>
        </pc:spChg>
      </pc:sldChg>
      <pc:sldChg chg="modSp add replId">
        <pc:chgData name="Vijay Gupta" userId="Knz0KxKIIY+7Y/xB+6x08enkLGabzg4xfIAcHlb58H4=" providerId="None" clId="Web-{715B3C99-197E-4386-A485-86885C8E6242}" dt="2025-08-17T20:56:24.056" v="594" actId="20577"/>
        <pc:sldMkLst>
          <pc:docMk/>
          <pc:sldMk cId="3607627578" sldId="408"/>
        </pc:sldMkLst>
        <pc:spChg chg="mod">
          <ac:chgData name="Vijay Gupta" userId="Knz0KxKIIY+7Y/xB+6x08enkLGabzg4xfIAcHlb58H4=" providerId="None" clId="Web-{715B3C99-197E-4386-A485-86885C8E6242}" dt="2025-08-17T20:56:24.056" v="594" actId="20577"/>
          <ac:spMkLst>
            <pc:docMk/>
            <pc:sldMk cId="3607627578" sldId="408"/>
            <ac:spMk id="8" creationId="{2D16EC51-F6EE-55F5-4DB7-9313DDE9A5F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E7DFC-5F54-412C-A0CF-699F8379DFE2}" type="datetimeFigureOut">
              <a:rPr lang="en-IN" smtClean="0"/>
              <a:t>05-09-2025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9104E2-9D76-4F87-84A7-A6A1F581541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88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50913-F22E-32F2-A12A-E2F82FD8C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8E48B5-1F68-2998-8156-0E0EFEA965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C32594-40C0-0B38-40A0-A3E28D1B9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F0CFB-FBDF-B865-57CD-14D52238F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DC7F85-B619-534F-A66A-9B8DC36C34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6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>
            <a:extLst>
              <a:ext uri="{FF2B5EF4-FFF2-40B4-BE49-F238E27FC236}">
                <a16:creationId xmlns:a16="http://schemas.microsoft.com/office/drawing/2014/main" id="{CFDFC640-4632-7DFE-F85D-B774A8BEBEBB}"/>
              </a:ext>
            </a:extLst>
          </p:cNvPr>
          <p:cNvSpPr/>
          <p:nvPr userDrawn="1"/>
        </p:nvSpPr>
        <p:spPr>
          <a:xfrm>
            <a:off x="6105824" y="6604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E067CCC8-EFFB-6CB9-7599-48E82C41834F}"/>
              </a:ext>
            </a:extLst>
          </p:cNvPr>
          <p:cNvSpPr/>
          <p:nvPr userDrawn="1"/>
        </p:nvSpPr>
        <p:spPr>
          <a:xfrm>
            <a:off x="695843" y="6197600"/>
            <a:ext cx="5409981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1425AE85-A86D-CAAA-58ED-BFADA2230253}"/>
              </a:ext>
            </a:extLst>
          </p:cNvPr>
          <p:cNvSpPr/>
          <p:nvPr userDrawn="1"/>
        </p:nvSpPr>
        <p:spPr>
          <a:xfrm>
            <a:off x="6412471" y="60249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40085673-280C-2F0C-B3B4-E97949BB6221}"/>
              </a:ext>
            </a:extLst>
          </p:cNvPr>
          <p:cNvSpPr/>
          <p:nvPr userDrawn="1"/>
        </p:nvSpPr>
        <p:spPr>
          <a:xfrm>
            <a:off x="3764495" y="538595"/>
            <a:ext cx="1979236" cy="294411"/>
          </a:xfrm>
          <a:custGeom>
            <a:avLst/>
            <a:gdLst/>
            <a:ahLst/>
            <a:cxnLst/>
            <a:rect l="l" t="t" r="r" b="b"/>
            <a:pathLst>
              <a:path w="2968854" h="441617">
                <a:moveTo>
                  <a:pt x="0" y="0"/>
                </a:moveTo>
                <a:lnTo>
                  <a:pt x="2968854" y="0"/>
                </a:lnTo>
                <a:lnTo>
                  <a:pt x="2968854" y="441616"/>
                </a:lnTo>
                <a:lnTo>
                  <a:pt x="0" y="4416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3E1066EB-9DBA-1A4B-F899-178028332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343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40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96EF56F-370E-954F-3816-54A9CD8AAB2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3563937"/>
            <a:ext cx="10515600" cy="779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sz="24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7377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65ED8-9FED-60BB-A889-9C4737E20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7" name="Freeform 13">
            <a:extLst>
              <a:ext uri="{FF2B5EF4-FFF2-40B4-BE49-F238E27FC236}">
                <a16:creationId xmlns:a16="http://schemas.microsoft.com/office/drawing/2014/main" id="{5B70AD12-A226-75A8-1A4F-055B55ABCFF0}"/>
              </a:ext>
            </a:extLst>
          </p:cNvPr>
          <p:cNvSpPr/>
          <p:nvPr userDrawn="1"/>
        </p:nvSpPr>
        <p:spPr>
          <a:xfrm>
            <a:off x="10386202" y="476006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8" name="Freeform 14">
            <a:extLst>
              <a:ext uri="{FF2B5EF4-FFF2-40B4-BE49-F238E27FC236}">
                <a16:creationId xmlns:a16="http://schemas.microsoft.com/office/drawing/2014/main" id="{1D7036F5-9CC3-491B-5637-086A0A3232A9}"/>
              </a:ext>
            </a:extLst>
          </p:cNvPr>
          <p:cNvSpPr/>
          <p:nvPr userDrawn="1"/>
        </p:nvSpPr>
        <p:spPr>
          <a:xfrm>
            <a:off x="682923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7" y="0"/>
                </a:lnTo>
                <a:lnTo>
                  <a:pt x="1679997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C8860C4-A3B6-52F0-A610-858CA1156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428565"/>
            <a:ext cx="1078104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11B37FB-E952-F8F6-03FC-F9C677FDF1C6}"/>
              </a:ext>
            </a:extLst>
          </p:cNvPr>
          <p:cNvCxnSpPr>
            <a:cxnSpLocks/>
          </p:cNvCxnSpPr>
          <p:nvPr userDrawn="1"/>
        </p:nvCxnSpPr>
        <p:spPr>
          <a:xfrm>
            <a:off x="682922" y="862445"/>
            <a:ext cx="2484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995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195455" y="1570412"/>
            <a:ext cx="6310744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3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2">
            <a:extLst>
              <a:ext uri="{FF2B5EF4-FFF2-40B4-BE49-F238E27FC236}">
                <a16:creationId xmlns:a16="http://schemas.microsoft.com/office/drawing/2014/main" id="{6F9B4F8B-B122-67E2-9010-15B2F1056576}"/>
              </a:ext>
            </a:extLst>
          </p:cNvPr>
          <p:cNvGrpSpPr/>
          <p:nvPr userDrawn="1"/>
        </p:nvGrpSpPr>
        <p:grpSpPr>
          <a:xfrm>
            <a:off x="9395929" y="10566"/>
            <a:ext cx="2796071" cy="6847434"/>
            <a:chOff x="0" y="0"/>
            <a:chExt cx="1104621" cy="2705159"/>
          </a:xfrm>
          <a:solidFill>
            <a:srgbClr val="00539A"/>
          </a:solidFill>
        </p:grpSpPr>
        <p:sp>
          <p:nvSpPr>
            <p:cNvPr id="14" name="Freeform 3">
              <a:extLst>
                <a:ext uri="{FF2B5EF4-FFF2-40B4-BE49-F238E27FC236}">
                  <a16:creationId xmlns:a16="http://schemas.microsoft.com/office/drawing/2014/main" id="{99F318B2-740D-DEF6-BF88-6F62EAA55F72}"/>
                </a:ext>
              </a:extLst>
            </p:cNvPr>
            <p:cNvSpPr/>
            <p:nvPr/>
          </p:nvSpPr>
          <p:spPr>
            <a:xfrm>
              <a:off x="0" y="0"/>
              <a:ext cx="1104621" cy="2705159"/>
            </a:xfrm>
            <a:custGeom>
              <a:avLst/>
              <a:gdLst/>
              <a:ahLst/>
              <a:cxnLst/>
              <a:rect l="l" t="t" r="r" b="b"/>
              <a:pathLst>
                <a:path w="1104621" h="2705159">
                  <a:moveTo>
                    <a:pt x="0" y="0"/>
                  </a:moveTo>
                  <a:lnTo>
                    <a:pt x="1104621" y="0"/>
                  </a:lnTo>
                  <a:lnTo>
                    <a:pt x="1104621" y="2705159"/>
                  </a:lnTo>
                  <a:lnTo>
                    <a:pt x="0" y="2705159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9E9765B9-2017-62B5-06FE-8A31A0C9BE52}"/>
                </a:ext>
              </a:extLst>
            </p:cNvPr>
            <p:cNvSpPr txBox="1"/>
            <p:nvPr/>
          </p:nvSpPr>
          <p:spPr>
            <a:xfrm>
              <a:off x="0" y="-47625"/>
              <a:ext cx="1104621" cy="2752784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5AA800E9-0BFF-7F59-EEB4-582A61F241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514600" y="1570412"/>
            <a:ext cx="8991599" cy="4487488"/>
          </a:xfrm>
          <a:prstGeom prst="roundRect">
            <a:avLst>
              <a:gd name="adj" fmla="val 4858"/>
            </a:avLst>
          </a:prstGeom>
          <a:ln>
            <a:solidFill>
              <a:schemeClr val="tx1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8" name="Freeform 7">
            <a:extLst>
              <a:ext uri="{FF2B5EF4-FFF2-40B4-BE49-F238E27FC236}">
                <a16:creationId xmlns:a16="http://schemas.microsoft.com/office/drawing/2014/main" id="{766DEB4A-3027-1B45-CF63-AB5B208E1BA6}"/>
              </a:ext>
            </a:extLst>
          </p:cNvPr>
          <p:cNvSpPr/>
          <p:nvPr userDrawn="1"/>
        </p:nvSpPr>
        <p:spPr>
          <a:xfrm>
            <a:off x="685800" y="5983288"/>
            <a:ext cx="1270000" cy="188913"/>
          </a:xfrm>
          <a:custGeom>
            <a:avLst/>
            <a:gdLst/>
            <a:ahLst/>
            <a:cxnLst/>
            <a:rect l="l" t="t" r="r" b="b"/>
            <a:pathLst>
              <a:path w="1905000" h="283369">
                <a:moveTo>
                  <a:pt x="0" y="0"/>
                </a:moveTo>
                <a:lnTo>
                  <a:pt x="1905000" y="0"/>
                </a:lnTo>
                <a:lnTo>
                  <a:pt x="1905000" y="283369"/>
                </a:lnTo>
                <a:lnTo>
                  <a:pt x="0" y="28336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FDC6D0E2-6FEE-8FFC-D5AE-1933DFD279B0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2365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C3B4D1CD-B099-450F-A845-169B78D25A91}"/>
              </a:ext>
            </a:extLst>
          </p:cNvPr>
          <p:cNvGrpSpPr/>
          <p:nvPr userDrawn="1"/>
        </p:nvGrpSpPr>
        <p:grpSpPr>
          <a:xfrm>
            <a:off x="0" y="0"/>
            <a:ext cx="12192000" cy="2732991"/>
            <a:chOff x="0" y="0"/>
            <a:chExt cx="4816593" cy="1079700"/>
          </a:xfrm>
          <a:solidFill>
            <a:srgbClr val="00539A"/>
          </a:solidFill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BC9F01E6-ACC2-F1D7-C770-3A6EA5F06E8A}"/>
                </a:ext>
              </a:extLst>
            </p:cNvPr>
            <p:cNvSpPr/>
            <p:nvPr/>
          </p:nvSpPr>
          <p:spPr>
            <a:xfrm>
              <a:off x="0" y="0"/>
              <a:ext cx="4816592" cy="1079700"/>
            </a:xfrm>
            <a:custGeom>
              <a:avLst/>
              <a:gdLst/>
              <a:ahLst/>
              <a:cxnLst/>
              <a:rect l="l" t="t" r="r" b="b"/>
              <a:pathLst>
                <a:path w="4816592" h="1079700">
                  <a:moveTo>
                    <a:pt x="0" y="0"/>
                  </a:moveTo>
                  <a:lnTo>
                    <a:pt x="4816592" y="0"/>
                  </a:lnTo>
                  <a:lnTo>
                    <a:pt x="4816592" y="1079700"/>
                  </a:lnTo>
                  <a:lnTo>
                    <a:pt x="0" y="107970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IN" sz="8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10EDCE3C-3DC1-BCCC-A48F-09BDA3978D2E}"/>
                </a:ext>
              </a:extLst>
            </p:cNvPr>
            <p:cNvSpPr txBox="1"/>
            <p:nvPr/>
          </p:nvSpPr>
          <p:spPr>
            <a:xfrm>
              <a:off x="0" y="-47625"/>
              <a:ext cx="4816593" cy="1127325"/>
            </a:xfrm>
            <a:prstGeom prst="rect">
              <a:avLst/>
            </a:prstGeom>
            <a:grpFill/>
          </p:spPr>
          <p:txBody>
            <a:bodyPr lIns="33867" tIns="33867" rIns="33867" bIns="33867" rtlCol="0" anchor="ctr"/>
            <a:lstStyle/>
            <a:p>
              <a:pPr algn="ctr">
                <a:lnSpc>
                  <a:spcPts val="2462"/>
                </a:lnSpc>
              </a:pPr>
              <a:endParaRPr sz="800"/>
            </a:p>
          </p:txBody>
        </p:sp>
      </p:grpSp>
      <p:sp>
        <p:nvSpPr>
          <p:cNvPr id="9" name="AutoShape 18">
            <a:extLst>
              <a:ext uri="{FF2B5EF4-FFF2-40B4-BE49-F238E27FC236}">
                <a16:creationId xmlns:a16="http://schemas.microsoft.com/office/drawing/2014/main" id="{001C3FCB-D1A3-1F64-E374-0C94991DE578}"/>
              </a:ext>
            </a:extLst>
          </p:cNvPr>
          <p:cNvSpPr/>
          <p:nvPr userDrawn="1"/>
        </p:nvSpPr>
        <p:spPr>
          <a:xfrm>
            <a:off x="3931920" y="5787470"/>
            <a:ext cx="4328160" cy="0"/>
          </a:xfrm>
          <a:prstGeom prst="line">
            <a:avLst/>
          </a:prstGeom>
          <a:ln w="76200" cap="flat">
            <a:solidFill>
              <a:srgbClr val="00539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IN" sz="800"/>
          </a:p>
        </p:txBody>
      </p:sp>
      <p:sp>
        <p:nvSpPr>
          <p:cNvPr id="10" name="Freeform 19">
            <a:extLst>
              <a:ext uri="{FF2B5EF4-FFF2-40B4-BE49-F238E27FC236}">
                <a16:creationId xmlns:a16="http://schemas.microsoft.com/office/drawing/2014/main" id="{F40E8225-AA76-2321-759B-DC3FA939E280}"/>
              </a:ext>
            </a:extLst>
          </p:cNvPr>
          <p:cNvSpPr/>
          <p:nvPr userDrawn="1"/>
        </p:nvSpPr>
        <p:spPr>
          <a:xfrm>
            <a:off x="5536001" y="6353149"/>
            <a:ext cx="1119998" cy="166600"/>
          </a:xfrm>
          <a:custGeom>
            <a:avLst/>
            <a:gdLst/>
            <a:ahLst/>
            <a:cxnLst/>
            <a:rect l="l" t="t" r="r" b="b"/>
            <a:pathLst>
              <a:path w="1679997" h="249900">
                <a:moveTo>
                  <a:pt x="0" y="0"/>
                </a:moveTo>
                <a:lnTo>
                  <a:pt x="1679998" y="0"/>
                </a:lnTo>
                <a:lnTo>
                  <a:pt x="1679998" y="249900"/>
                </a:lnTo>
                <a:lnTo>
                  <a:pt x="0" y="249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80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7E5C6DB-98D8-7590-9FF2-EB3E7FD32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10781044" cy="850726"/>
          </a:xfrm>
        </p:spPr>
        <p:txBody>
          <a:bodyPr>
            <a:norm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4042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BB2AA-06AD-F2FC-5383-B4B7B95FA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FB339-D764-126A-043A-AA902A2D9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EC418-3953-DA2D-A0FB-CABD98BBE8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B937118-AA9C-D947-A395-0A8492468232}" type="datetimeFigureOut">
              <a:rPr lang="en-US" smtClean="0"/>
              <a:t>9/5/2025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B8AE1-51E6-F6DC-0366-71136A416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BB31A-1A8F-2867-8E45-A1156E678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0E460F-6C90-364E-AA71-6C064F716047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6DD119-3AB1-5E89-283B-CFC7450F3221}"/>
              </a:ext>
            </a:extLst>
          </p:cNvPr>
          <p:cNvCxnSpPr>
            <a:cxnSpLocks/>
          </p:cNvCxnSpPr>
          <p:nvPr userDrawn="1"/>
        </p:nvCxnSpPr>
        <p:spPr>
          <a:xfrm>
            <a:off x="838200" y="1051034"/>
            <a:ext cx="10515599" cy="0"/>
          </a:xfrm>
          <a:prstGeom prst="line">
            <a:avLst/>
          </a:prstGeom>
          <a:ln w="38100"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8609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FC22291-C337-39C7-FD40-EBE02BC96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1A707-7AA0-0DFF-8F6F-671208DFD0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BEA0E-A411-0881-4E46-B05D96BD11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5D1529-08C7-4C99-9E99-20E4A08C4BFB}" type="datetimeFigureOut">
              <a:rPr lang="en-IN" smtClean="0"/>
              <a:t>05-09-2025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1033E-FC3A-580B-9671-FFCF7244F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B5395A-0FDE-A8A9-655F-D3C2759586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75567B-EEA3-4D70-9A5C-C93BDFA2DBF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626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2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04E27C-C591-24A3-967D-D6775A2B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365126"/>
            <a:ext cx="8488117" cy="850726"/>
          </a:xfrm>
        </p:spPr>
        <p:txBody>
          <a:bodyPr>
            <a:noAutofit/>
          </a:bodyPr>
          <a:lstStyle/>
          <a:p>
            <a:r>
              <a:rPr lang="en-US" smtClean="0"/>
              <a:t>Unified </a:t>
            </a:r>
            <a:r>
              <a:rPr lang="en-US" dirty="0"/>
              <a:t>IT Solution for XYZ Health Solutions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A2428E5-EDEC-4952-5A1E-4B0CEA274A4C}"/>
              </a:ext>
            </a:extLst>
          </p:cNvPr>
          <p:cNvSpPr txBox="1">
            <a:spLocks/>
          </p:cNvSpPr>
          <p:nvPr/>
        </p:nvSpPr>
        <p:spPr>
          <a:xfrm>
            <a:off x="573088" y="3066329"/>
            <a:ext cx="4372985" cy="93627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Name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: DL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bg2">
                    <a:lumMod val="10000"/>
                  </a:schemeClr>
                </a:solidFill>
              </a:rPr>
              <a:t>Date: </a:t>
            </a:r>
            <a:r>
              <a:rPr lang="en-US" sz="2400" b="1" dirty="0" smtClean="0">
                <a:solidFill>
                  <a:schemeClr val="bg2">
                    <a:lumMod val="10000"/>
                  </a:schemeClr>
                </a:solidFill>
              </a:rPr>
              <a:t>2025</a:t>
            </a:r>
            <a:endParaRPr lang="en-US" sz="2400" b="1" dirty="0">
              <a:solidFill>
                <a:schemeClr val="bg2">
                  <a:lumMod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69812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DD966-B4DC-454B-9A1F-2D06F536C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D305-1814-B28B-73A0-AF88EC3D4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6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sz="2400" b="1" dirty="0" smtClean="0">
                <a:cs typeface="Arial" panose="020B0604020202020204" pitchFamily="34" charset="0"/>
              </a:rPr>
              <a:t>Problem</a:t>
            </a:r>
            <a:r>
              <a:rPr lang="en-US" sz="2400" b="1" dirty="0"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400" dirty="0" smtClean="0"/>
              <a:t>	XYZ </a:t>
            </a:r>
            <a:r>
              <a:rPr lang="en-US" sz="2400" dirty="0"/>
              <a:t>Health </a:t>
            </a:r>
            <a:r>
              <a:rPr lang="en-US" sz="2400" dirty="0" smtClean="0"/>
              <a:t>Solutions</a:t>
            </a:r>
            <a:r>
              <a:rPr lang="en-US" sz="2400" dirty="0"/>
              <a:t>, a mid-sized healthcare provider facing challenges due to fragmented systems </a:t>
            </a:r>
            <a:r>
              <a:rPr lang="en-US" sz="2400" dirty="0" smtClean="0"/>
              <a:t>for </a:t>
            </a:r>
            <a:r>
              <a:rPr lang="en-US" sz="2400" dirty="0"/>
              <a:t>managing patient records, appointment scheduling, and billing.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endParaRPr lang="en-US" sz="24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2400" b="1" dirty="0" smtClean="0">
                <a:cs typeface="Arial" panose="020B0604020202020204" pitchFamily="34" charset="0"/>
              </a:rPr>
              <a:t>Key </a:t>
            </a:r>
            <a:r>
              <a:rPr lang="en-US" sz="2400" b="1" dirty="0">
                <a:cs typeface="Arial" panose="020B0604020202020204" pitchFamily="34" charset="0"/>
              </a:rPr>
              <a:t>insights: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>
              <a:spcBef>
                <a:spcPts val="600"/>
              </a:spcBef>
            </a:pPr>
            <a:endParaRPr lang="en-US" sz="2400" dirty="0">
              <a:cs typeface="Arial" panose="020B0604020202020204" pitchFamily="34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en-US" sz="2400" b="1" dirty="0">
                <a:cs typeface="Arial" panose="020B0604020202020204" pitchFamily="34" charset="0"/>
              </a:rPr>
              <a:t>Recommended actions: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>
                <a:cs typeface="Arial" panose="020B0604020202020204" pitchFamily="34" charset="0"/>
              </a:rPr>
              <a:t> 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 smtClean="0">
                <a:cs typeface="Arial" panose="020B0604020202020204" pitchFamily="34" charset="0"/>
              </a:rPr>
              <a:t>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77156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A4BA1-23B0-50EE-C7D5-5D12C019E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8F4C-51ED-6428-2AC2-C8AEE7BDB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28A40-6553-3659-03A7-738C440F8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 dirty="0" smtClean="0">
                <a:cs typeface="Arial" panose="020B0604020202020204" pitchFamily="34" charset="0"/>
              </a:rPr>
              <a:t>Opportunity</a:t>
            </a:r>
            <a:r>
              <a:rPr lang="en-US" sz="2000" b="1" dirty="0"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1. </a:t>
            </a: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2.</a:t>
            </a:r>
          </a:p>
          <a:p>
            <a:pPr marL="0" indent="0">
              <a:buNone/>
            </a:pPr>
            <a:r>
              <a:rPr lang="en-US" sz="2000" b="1" dirty="0" smtClean="0">
                <a:cs typeface="Arial" panose="020B0604020202020204" pitchFamily="34" charset="0"/>
              </a:rPr>
              <a:t>Approach</a:t>
            </a:r>
            <a:r>
              <a:rPr lang="en-US" sz="2000" b="1" dirty="0"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1</a:t>
            </a:r>
            <a:r>
              <a:rPr lang="en-US" sz="2000" b="1" dirty="0" smtClean="0">
                <a:cs typeface="Arial" panose="020B0604020202020204" pitchFamily="34" charset="0"/>
              </a:rPr>
              <a:t>. </a:t>
            </a:r>
            <a:r>
              <a:rPr lang="en-US" sz="2000" dirty="0">
                <a:cs typeface="Arial" panose="020B0604020202020204" pitchFamily="34" charset="0"/>
              </a:rPr>
              <a:t>C</a:t>
            </a:r>
            <a:r>
              <a:rPr lang="en-US" sz="2000" dirty="0" smtClean="0"/>
              <a:t>onsolidate </a:t>
            </a:r>
            <a:r>
              <a:rPr lang="en-US" sz="2000" dirty="0"/>
              <a:t>patient records, appointment scheduling, and billing across multiple clinic locations, while improving patient satisfaction by 20% and maintaining full HIPAA compliance.</a:t>
            </a:r>
            <a:endParaRPr lang="en-US" sz="20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2</a:t>
            </a:r>
            <a:r>
              <a:rPr lang="en-US" sz="2000" b="1" dirty="0" smtClean="0">
                <a:cs typeface="Arial" panose="020B0604020202020204" pitchFamily="34" charset="0"/>
              </a:rPr>
              <a:t>. </a:t>
            </a:r>
            <a:r>
              <a:rPr lang="en-US" sz="2000" dirty="0" smtClean="0"/>
              <a:t>Aligning </a:t>
            </a:r>
            <a:r>
              <a:rPr lang="en-US" sz="2000" dirty="0"/>
              <a:t>CI/CD pipeline design and monitoring strategies with business goals, system reliability, and HIPAA compliance requirements.</a:t>
            </a:r>
            <a:endParaRPr lang="en-US" sz="20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cs typeface="Arial" panose="020B0604020202020204" pitchFamily="34" charset="0"/>
              </a:rPr>
              <a:t>Key </a:t>
            </a:r>
            <a:r>
              <a:rPr lang="en-US" sz="2000" b="1" dirty="0">
                <a:cs typeface="Arial" panose="020B0604020202020204" pitchFamily="34" charset="0"/>
              </a:rPr>
              <a:t>questions/hypotheses:</a:t>
            </a: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1</a:t>
            </a:r>
            <a:r>
              <a:rPr lang="en-US" sz="2000" b="1" dirty="0" smtClean="0">
                <a:cs typeface="Arial" panose="020B0604020202020204" pitchFamily="34" charset="0"/>
              </a:rPr>
              <a:t>. </a:t>
            </a:r>
            <a:endParaRPr lang="en-US" sz="20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000" b="1" dirty="0">
                <a:cs typeface="Arial" panose="020B0604020202020204" pitchFamily="34" charset="0"/>
              </a:rPr>
              <a:t>2.</a:t>
            </a:r>
          </a:p>
        </p:txBody>
      </p:sp>
    </p:spTree>
    <p:extLst>
      <p:ext uri="{BB962C8B-B14F-4D97-AF65-F5344CB8AC3E}">
        <p14:creationId xmlns:p14="http://schemas.microsoft.com/office/powerpoint/2010/main" val="30579449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B57BA-D528-9116-493C-88E1284CF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553-26A5-5154-779D-68121ACA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87492-1EC2-9E7C-EB0D-D407742FA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55" y="1210354"/>
            <a:ext cx="10781043" cy="482676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800" dirty="0" smtClean="0">
                <a:cs typeface="Arial" panose="020B0604020202020204" pitchFamily="34" charset="0"/>
              </a:rPr>
              <a:t>Develop </a:t>
            </a:r>
            <a:r>
              <a:rPr lang="en-US" sz="1800" dirty="0">
                <a:cs typeface="Arial" panose="020B0604020202020204" pitchFamily="34" charset="0"/>
              </a:rPr>
              <a:t>a Project Charter to define the project's scope and objectives, analyzing the scenario to create a Stakeholder Register, and preparing a Stakeholder Engagement Plan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D</a:t>
            </a:r>
            <a:r>
              <a:rPr lang="en-US" sz="1800" dirty="0" smtClean="0"/>
              <a:t>rafting </a:t>
            </a:r>
            <a:r>
              <a:rPr lang="en-US" sz="1800" dirty="0"/>
              <a:t>a BRD, developing a Use Case Diagram to model system interactions, and constructing an RTM that links each requirement to business objectives and testing criteria</a:t>
            </a:r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U</a:t>
            </a:r>
            <a:r>
              <a:rPr lang="en-US" sz="1800" dirty="0" smtClean="0">
                <a:cs typeface="Arial" panose="020B0604020202020204" pitchFamily="34" charset="0"/>
              </a:rPr>
              <a:t>se </a:t>
            </a:r>
            <a:r>
              <a:rPr lang="en-US" sz="1800" dirty="0">
                <a:cs typeface="Arial" panose="020B0604020202020204" pitchFamily="34" charset="0"/>
              </a:rPr>
              <a:t>key project artifacts, including the Work Breakdown Structure (WBS), Network Diagram, SWOT Analysis, Risk Register, and Risk Matrix, to manage tasks, timelines, and potential risks.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 smtClean="0"/>
              <a:t>Developing </a:t>
            </a:r>
            <a:r>
              <a:rPr lang="en-US" sz="1800" dirty="0"/>
              <a:t>a UML-compliant flowchart for the appointment scheduling process, a critical workflow within the XYZ Health Solutions IT System Integration initiative.</a:t>
            </a:r>
            <a:r>
              <a:rPr lang="en-US" sz="1800" dirty="0" smtClean="0">
                <a:cs typeface="Arial" panose="020B0604020202020204" pitchFamily="34" charset="0"/>
              </a:rPr>
              <a:t> </a:t>
            </a:r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C</a:t>
            </a:r>
            <a:r>
              <a:rPr lang="en-US" sz="1800" dirty="0" smtClean="0"/>
              <a:t>lean </a:t>
            </a:r>
            <a:r>
              <a:rPr lang="en-US" sz="1800" dirty="0"/>
              <a:t>and transform patient and appointment datasets in preparation for dashboard reporting.</a:t>
            </a:r>
            <a:endParaRPr lang="en-US" sz="1800" dirty="0"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1800" dirty="0">
                <a:cs typeface="Arial" panose="020B0604020202020204" pitchFamily="34" charset="0"/>
              </a:rPr>
              <a:t>C</a:t>
            </a:r>
            <a:r>
              <a:rPr lang="en-US" sz="1800" dirty="0" smtClean="0">
                <a:cs typeface="Arial" panose="020B0604020202020204" pitchFamily="34" charset="0"/>
              </a:rPr>
              <a:t>reating </a:t>
            </a:r>
            <a:r>
              <a:rPr lang="en-US" sz="1800" dirty="0">
                <a:cs typeface="Arial" panose="020B0604020202020204" pitchFamily="34" charset="0"/>
              </a:rPr>
              <a:t>four key diagrams: data flow diagram (DFD), entity-relationship diagram (ERD), use case diagram, and sequence diagram, to visualize system architecture, processes, data relationships, and interactions.</a:t>
            </a:r>
          </a:p>
        </p:txBody>
      </p:sp>
    </p:spTree>
    <p:extLst>
      <p:ext uri="{BB962C8B-B14F-4D97-AF65-F5344CB8AC3E}">
        <p14:creationId xmlns:p14="http://schemas.microsoft.com/office/powerpoint/2010/main" val="3684025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85A4E-F8B6-34CA-1C67-94E45A6FF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E2FD-202A-960A-E4CA-B2534C34A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65" y="2809277"/>
            <a:ext cx="8488117" cy="850726"/>
          </a:xfrm>
          <a:solidFill>
            <a:schemeClr val="bg1"/>
          </a:solidFill>
        </p:spPr>
        <p:txBody>
          <a:bodyPr anchor="ctr">
            <a:normAutofit/>
          </a:bodyPr>
          <a:lstStyle/>
          <a:p>
            <a:pPr algn="ctr"/>
            <a:r>
              <a:rPr lang="en-US" sz="5400" dirty="0"/>
              <a:t>Artifacts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13C5F-7EFE-3B6A-E572-2BF2662BB1B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163638"/>
            <a:ext cx="5181600" cy="5013325"/>
          </a:xfrm>
        </p:spPr>
        <p:txBody>
          <a:bodyPr>
            <a:normAutofit/>
          </a:bodyPr>
          <a:lstStyle/>
          <a:p>
            <a:pPr marL="0" indent="0" rtl="0" fontAlgn="base">
              <a:buNone/>
            </a:pPr>
            <a:endParaRPr lang="en-US" sz="1700" b="0" i="0">
              <a:effectLst/>
            </a:endParaRPr>
          </a:p>
          <a:p>
            <a:pPr marL="0" indent="0">
              <a:spcAft>
                <a:spcPts val="800"/>
              </a:spcAft>
              <a:buNone/>
            </a:pPr>
            <a:endParaRPr lang="en-US" sz="1700"/>
          </a:p>
        </p:txBody>
      </p:sp>
    </p:spTree>
    <p:extLst>
      <p:ext uri="{BB962C8B-B14F-4D97-AF65-F5344CB8AC3E}">
        <p14:creationId xmlns:p14="http://schemas.microsoft.com/office/powerpoint/2010/main" val="2826685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BF8EE-E197-D5B9-6826-F4C85C6C4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CBD2466-32A8-C9D7-A496-84A2B1ADF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8BE4308-1D98-CDF3-3F22-9CE0B8C58C6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Project Charter</a:t>
            </a:r>
          </a:p>
          <a:p>
            <a:pPr marL="0" indent="0">
              <a:buNone/>
            </a:pPr>
            <a:endParaRPr lang="en-IN" sz="2400" b="1" dirty="0">
              <a:cs typeface="Arial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8965189"/>
              </p:ext>
            </p:extLst>
          </p:nvPr>
        </p:nvGraphicFramePr>
        <p:xfrm>
          <a:off x="710119" y="1825625"/>
          <a:ext cx="10019489" cy="4351337"/>
        </p:xfrm>
        <a:graphic>
          <a:graphicData uri="http://schemas.openxmlformats.org/drawingml/2006/table">
            <a:tbl>
              <a:tblPr/>
              <a:tblGrid>
                <a:gridCol w="3447566">
                  <a:extLst>
                    <a:ext uri="{9D8B030D-6E8A-4147-A177-3AD203B41FA5}">
                      <a16:colId xmlns:a16="http://schemas.microsoft.com/office/drawing/2014/main" val="1788146084"/>
                    </a:ext>
                  </a:extLst>
                </a:gridCol>
                <a:gridCol w="2564128">
                  <a:extLst>
                    <a:ext uri="{9D8B030D-6E8A-4147-A177-3AD203B41FA5}">
                      <a16:colId xmlns:a16="http://schemas.microsoft.com/office/drawing/2014/main" val="3777138106"/>
                    </a:ext>
                  </a:extLst>
                </a:gridCol>
                <a:gridCol w="4007795">
                  <a:extLst>
                    <a:ext uri="{9D8B030D-6E8A-4147-A177-3AD203B41FA5}">
                      <a16:colId xmlns:a16="http://schemas.microsoft.com/office/drawing/2014/main" val="1018290519"/>
                    </a:ext>
                  </a:extLst>
                </a:gridCol>
              </a:tblGrid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Title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Name of the project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XYZ Health Solutions IT System Integration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1717210"/>
                  </a:ext>
                </a:extLst>
              </a:tr>
              <a:tr h="280731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Date the charter is created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Q3, current year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9762798"/>
                  </a:ext>
                </a:extLst>
              </a:tr>
              <a:tr h="1684389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Project Description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Brief overview of the project’s purpose and scope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This project aims to integrate patient records, appointment scheduling, and billing systems into a unified IT platform to enhance operational efficiency, improve data management, and support data-driven decision-making at XYZ Health Solutions. The initiative seeks to address current inefficiencies and inconsistencies in data management, ensuring compliance with healthcare regulations and boosting patient satisfaction.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7977322"/>
                  </a:ext>
                </a:extLst>
              </a:tr>
              <a:tr h="2105486">
                <a:tc>
                  <a:txBody>
                    <a:bodyPr/>
                    <a:lstStyle/>
                    <a:p>
                      <a:pPr algn="l" fontAlgn="ctr"/>
                      <a:r>
                        <a:rPr lang="en-MY" sz="105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Objectives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Specific, measurable goals of the project.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Integrate multiple IT systems into one unified platform for managing patient records, appointments, and billing.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Maintain Health Insurance Portability and Accountability Act (HIPAA) compliance throughout the project lifecycle.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Boost patient satisfaction by 10% within 12 months of system implementation.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Improve operational efficiency by reducing manual processes and data errors.</a:t>
                      </a:r>
                      <a:b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en-US" sz="10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Provide real-time data access and reporting to support timely decision-making</a:t>
                      </a:r>
                    </a:p>
                  </a:txBody>
                  <a:tcPr marL="5849" marR="5849" marT="584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54937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60027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9950B-3294-0080-17A8-8A9CD383A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E81ACA-3B0A-9AE5-0607-EC7C93114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5B78938-8947-ED6F-BD84-6B7BC1589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Register</a:t>
            </a:r>
          </a:p>
          <a:p>
            <a:pPr>
              <a:buNone/>
            </a:pPr>
            <a:endParaRPr lang="en-IN" sz="1800" dirty="0" smtClean="0">
              <a:solidFill>
                <a:srgbClr val="111620"/>
              </a:solidFill>
              <a:cs typeface="Arial"/>
            </a:endParaRPr>
          </a:p>
          <a:p>
            <a:pPr>
              <a:buNone/>
            </a:pPr>
            <a:endParaRPr lang="en-IN" sz="1800" dirty="0">
              <a:solidFill>
                <a:srgbClr val="111620"/>
              </a:solidFill>
              <a:cs typeface="Arial"/>
            </a:endParaRPr>
          </a:p>
          <a:p>
            <a:pPr marL="0" indent="0">
              <a:buNone/>
            </a:pPr>
            <a:endParaRPr lang="en-IN" sz="2400" b="1" dirty="0">
              <a:solidFill>
                <a:srgbClr val="111620"/>
              </a:solidFill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976802"/>
              </p:ext>
            </p:extLst>
          </p:nvPr>
        </p:nvGraphicFramePr>
        <p:xfrm>
          <a:off x="358140" y="2011684"/>
          <a:ext cx="11490960" cy="423681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72740">
                  <a:extLst>
                    <a:ext uri="{9D8B030D-6E8A-4147-A177-3AD203B41FA5}">
                      <a16:colId xmlns:a16="http://schemas.microsoft.com/office/drawing/2014/main" val="344201333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488612889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71718818"/>
                    </a:ext>
                  </a:extLst>
                </a:gridCol>
                <a:gridCol w="2872740">
                  <a:extLst>
                    <a:ext uri="{9D8B030D-6E8A-4147-A177-3AD203B41FA5}">
                      <a16:colId xmlns:a16="http://schemas.microsoft.com/office/drawing/2014/main" val="3104475957"/>
                    </a:ext>
                  </a:extLst>
                </a:gridCol>
              </a:tblGrid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Interest Level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Stakeholder Name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Role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Influence Level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2657836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6080661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</a:t>
                      </a:r>
                      <a:r>
                        <a:rPr lang="en-MY" sz="1400" dirty="0" err="1">
                          <a:effectLst/>
                        </a:rPr>
                        <a:t>Dr.</a:t>
                      </a:r>
                      <a:r>
                        <a:rPr lang="en-MY" sz="1400" dirty="0">
                          <a:effectLst/>
                        </a:rPr>
                        <a:t> Maria Thompson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Executive Sponsor, CEO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5352417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64610574"/>
                  </a:ext>
                </a:extLst>
              </a:tr>
              <a:tr h="4834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High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Project Lead, Project Manager, Systems Analyst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8285011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342975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IT Director    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1593359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3855768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Clinical Operations Manager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Medium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68725134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2450989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 Services Manager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851929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8746007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Data Analyst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Medium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61794942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480175220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High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End Users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Low (individually), High (collectively)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04871923"/>
                  </a:ext>
                </a:extLst>
              </a:tr>
              <a:tr h="235487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 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 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1422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981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A28B80-6E3F-55F1-1496-FCE9195BC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2B4F61-2C4D-2A21-D1AB-493E1B73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Initiation and Stakeholder Engagement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A1BE54-E011-A20C-CE51-1D9F007CF5C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Stakeholder Engagement </a:t>
            </a:r>
            <a:r>
              <a:rPr lang="en-IN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IN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564197"/>
              </p:ext>
            </p:extLst>
          </p:nvPr>
        </p:nvGraphicFramePr>
        <p:xfrm>
          <a:off x="678180" y="1825624"/>
          <a:ext cx="10554391" cy="443183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28459">
                  <a:extLst>
                    <a:ext uri="{9D8B030D-6E8A-4147-A177-3AD203B41FA5}">
                      <a16:colId xmlns:a16="http://schemas.microsoft.com/office/drawing/2014/main" val="4189124873"/>
                    </a:ext>
                  </a:extLst>
                </a:gridCol>
                <a:gridCol w="2373529">
                  <a:extLst>
                    <a:ext uri="{9D8B030D-6E8A-4147-A177-3AD203B41FA5}">
                      <a16:colId xmlns:a16="http://schemas.microsoft.com/office/drawing/2014/main" val="2893524362"/>
                    </a:ext>
                  </a:extLst>
                </a:gridCol>
                <a:gridCol w="2371868">
                  <a:extLst>
                    <a:ext uri="{9D8B030D-6E8A-4147-A177-3AD203B41FA5}">
                      <a16:colId xmlns:a16="http://schemas.microsoft.com/office/drawing/2014/main" val="4133022226"/>
                    </a:ext>
                  </a:extLst>
                </a:gridCol>
                <a:gridCol w="3380535">
                  <a:extLst>
                    <a:ext uri="{9D8B030D-6E8A-4147-A177-3AD203B41FA5}">
                      <a16:colId xmlns:a16="http://schemas.microsoft.com/office/drawing/2014/main" val="349618296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Name     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Current State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Desired State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Strategy                                                    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179415317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Maria Thompson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Maintain monthly strategic meetings to ensure ongoing support and alignment.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073730578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Liam Carter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Continue daily updates and check-ins to keep the project on track.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57610467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Priya Patel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N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S         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Conduct technical workshops and provide regular security/compliance updates.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028508608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Dr. James Lee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Involve in workflow planning and provide tailored reports to increase engagement.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2354546549"/>
                  </a:ext>
                </a:extLst>
              </a:tr>
              <a:tr h="4834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Aisha Khan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Incorporate patient feedback in feature design and involve in user testing.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3172227409"/>
                  </a:ext>
                </a:extLst>
              </a:tr>
              <a:tr h="72522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Sofia Rivera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L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Leverage data insights for performance tracking and involve in data-driven decision-making.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5338066"/>
                  </a:ext>
                </a:extLst>
              </a:tr>
              <a:tr h="60435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Patients (End Users)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>
                          <a:effectLst/>
                        </a:rPr>
                        <a:t> S             </a:t>
                      </a:r>
                      <a:endParaRPr lang="en-MY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400" dirty="0">
                          <a:effectLst/>
                        </a:rPr>
                        <a:t> Communicate via intuitive channels (email/app) and gather regular feedback.    </a:t>
                      </a:r>
                      <a:endParaRPr lang="en-MY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6209" marR="46209" marT="0" marB="0"/>
                </a:tc>
                <a:extLst>
                  <a:ext uri="{0D108BD9-81ED-4DB2-BD59-A6C34878D82A}">
                    <a16:rowId xmlns:a16="http://schemas.microsoft.com/office/drawing/2014/main" val="1468204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4807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E015D9-3EA3-6350-E4EA-11FCDE4B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CB3C8B-C2B9-053C-082B-E2A5F9C8C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C371C2C-9AFA-178C-34D1-0C089CE7C78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sz="2400" b="1" dirty="0"/>
              <a:t>Business Requirements Document (BRD</a:t>
            </a:r>
            <a:r>
              <a:rPr lang="en-IN" sz="2400" b="1" dirty="0" smtClean="0"/>
              <a:t>)</a:t>
            </a:r>
          </a:p>
          <a:p>
            <a:pPr marL="0" indent="0">
              <a:buNone/>
            </a:pPr>
            <a:r>
              <a:rPr lang="en-US" sz="1400" b="1" dirty="0"/>
              <a:t>1. Scope</a:t>
            </a:r>
          </a:p>
          <a:p>
            <a:r>
              <a:rPr lang="en-US" sz="1400" dirty="0"/>
              <a:t>The XYZ Health Solutions IT System Integration project aims to integrate disparate IT systems into a unified platform for managing patient records, scheduling, and billing. This integration will streamline operations, enhance data management, and improve the overall patient experience. The scope includes the development of a centralized database, real-time data access, and interactive dashboards for operational insights. The project will ensure HIPAA compliance and minimize system downtime during the integration process.</a:t>
            </a:r>
          </a:p>
          <a:p>
            <a:pPr marL="0" indent="0">
              <a:buNone/>
            </a:pPr>
            <a:r>
              <a:rPr lang="en-US" sz="1200" b="1" dirty="0"/>
              <a:t>2. Objectives</a:t>
            </a:r>
          </a:p>
          <a:p>
            <a:r>
              <a:rPr lang="en-US" sz="1200" b="1" dirty="0"/>
              <a:t>Achieve HIPAA Compliance:</a:t>
            </a:r>
            <a:r>
              <a:rPr lang="en-US" sz="1200" dirty="0"/>
              <a:t> Ensure that the integrated system meets all Health Insurance Portability and Accountability Act (HIPAA) requirements to protect patient data and maintain regulatory compliance.</a:t>
            </a:r>
          </a:p>
          <a:p>
            <a:r>
              <a:rPr lang="en-US" sz="1200" b="1" dirty="0"/>
              <a:t>Reduce Scheduling Errors:</a:t>
            </a:r>
            <a:r>
              <a:rPr lang="en-US" sz="1200" dirty="0"/>
              <a:t> Aim to reduce scheduling errors by 20% within the first six months of system implementation by improving the accuracy and efficiency of the scheduling module.</a:t>
            </a:r>
          </a:p>
          <a:p>
            <a:r>
              <a:rPr lang="en-US" sz="1200" b="1" dirty="0"/>
              <a:t>Improve Patient Satisfaction:</a:t>
            </a:r>
            <a:r>
              <a:rPr lang="en-US" sz="1200" dirty="0"/>
              <a:t> Boost patient satisfaction scores by 10% within 12 months of system go-live by enhancing the user experience and providing more efficient services.</a:t>
            </a:r>
          </a:p>
          <a:p>
            <a:r>
              <a:rPr lang="en-US" sz="1200" b="1" dirty="0"/>
              <a:t>Ensure Zero Downtime:</a:t>
            </a:r>
            <a:r>
              <a:rPr lang="en-US" sz="1200" dirty="0"/>
              <a:t> Plan and execute the integration in a manner that ensures zero downtime, allowing for continuous operation and minimal disruption to daily activities.</a:t>
            </a:r>
          </a:p>
          <a:p>
            <a:r>
              <a:rPr lang="en-US" sz="1200" b="1" dirty="0"/>
              <a:t>Enhance Operational Efficiency:</a:t>
            </a:r>
            <a:r>
              <a:rPr lang="en-US" sz="1200" dirty="0"/>
              <a:t> Streamline workflows and reduce manual processes to improve operational efficiency and data consistency across the organization</a:t>
            </a:r>
            <a:r>
              <a:rPr lang="en-US" sz="1200" dirty="0" smtClean="0"/>
              <a:t>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07192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67E7-DFE5-81A1-B201-4F2933132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89EBB5-EE2A-D663-F37B-D0097FAE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E6DA914-A2CC-478F-879B-0390CE6488F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 and Detailed Flow </a:t>
            </a:r>
            <a:r>
              <a:rPr lang="en-US" sz="2400" b="1" dirty="0" smtClean="0"/>
              <a:t>Descriptions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929764"/>
            <a:ext cx="7216140" cy="3411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469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D78D7-362F-C655-FB13-E3EF28D4C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5B8ECF-125E-DB8D-FD48-6BAE8244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Requirements Gathering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C12E9D48-7404-B389-7D8A-3A5774B90994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Requirements Traceability Matrix (RTM)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1644214"/>
              </p:ext>
            </p:extLst>
          </p:nvPr>
        </p:nvGraphicFramePr>
        <p:xfrm>
          <a:off x="725847" y="1847961"/>
          <a:ext cx="10590545" cy="454914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9790">
                  <a:extLst>
                    <a:ext uri="{9D8B030D-6E8A-4147-A177-3AD203B41FA5}">
                      <a16:colId xmlns:a16="http://schemas.microsoft.com/office/drawing/2014/main" val="3854461798"/>
                    </a:ext>
                  </a:extLst>
                </a:gridCol>
                <a:gridCol w="3529790">
                  <a:extLst>
                    <a:ext uri="{9D8B030D-6E8A-4147-A177-3AD203B41FA5}">
                      <a16:colId xmlns:a16="http://schemas.microsoft.com/office/drawing/2014/main" val="4233502777"/>
                    </a:ext>
                  </a:extLst>
                </a:gridCol>
                <a:gridCol w="3530965">
                  <a:extLst>
                    <a:ext uri="{9D8B030D-6E8A-4147-A177-3AD203B41FA5}">
                      <a16:colId xmlns:a16="http://schemas.microsoft.com/office/drawing/2014/main" val="2065349161"/>
                    </a:ext>
                  </a:extLst>
                </a:gridCol>
              </a:tblGrid>
              <a:tr h="10728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Entry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Instruction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Example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050461356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Project Name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Mention the project or program name for context.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XYZ Health Solutions IT System Integration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1450761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ID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Assign a unique identifier to each requirement using sequential numbering.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001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13498030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Type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Specify if the requirement is Functional or Non-Functional.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Functional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492350416"/>
                  </a:ext>
                </a:extLst>
              </a:tr>
              <a:tr h="39889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Requirement Description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Provide a clear, concise description of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The system shall integrate patient records, scheduling, and billing into a unified platform.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915788761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Source / Stakeholder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where the requirement originated (e.g., stakeholder, workshop).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Liam Carter (Project Lead)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4170496935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Business Objective / Goal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Describe the business need or strategic objective supported by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Streamline operations and enhance patient experience.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66102566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Acceptance Criteria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Define the conditions under which the requirement will be accepted.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Successful integration of all systems with minimal downtime.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8565201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Linked Functional / Non-Functional Requirement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List related or dependent requirements by referencing their IDs.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002 (Data Migration), 004 (HIPAA Compliance)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279265582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Owner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Identify the person or team responsible for fulfilling the requirement.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Priya Patel (IT Director)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887807267"/>
                  </a:ext>
                </a:extLst>
              </a:tr>
              <a:tr h="199449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Priority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Assign a priority level (e.g., High, Medium, Low).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High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508816400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Status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Track the progress (e.g., Not Started, In Progress, Blocked, Completed).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In Progress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3632016637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Verification Method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Specify how the requirement will be verified (e.g., Testing, Inspection).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Testing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265083283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Related Risks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Identify risks associated with the requirement to assist in planning.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System integration challenges, data migration issues.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64499"/>
                  </a:ext>
                </a:extLst>
              </a:tr>
              <a:tr h="29917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Comments / Notes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>
                          <a:effectLst/>
                        </a:rPr>
                        <a:t> Capture additional information or ongoing discussions. </a:t>
                      </a:r>
                      <a:endParaRPr lang="en-MY" sz="105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MY" sz="1050" dirty="0">
                          <a:effectLst/>
                        </a:rPr>
                        <a:t> Regular updates and check-ins with the project team. </a:t>
                      </a:r>
                      <a:endParaRPr lang="en-MY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574" marR="40574" marT="0" marB="0"/>
                </a:tc>
                <a:extLst>
                  <a:ext uri="{0D108BD9-81ED-4DB2-BD59-A6C34878D82A}">
                    <a16:rowId xmlns:a16="http://schemas.microsoft.com/office/drawing/2014/main" val="1980261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63343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4FC67-B255-3D71-DC5B-91D75CF5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1DDDEF-ABB6-308C-B4C8-97DE1E659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DBAF68E-7DF9-0CAA-8CA8-9B3288B3C2C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Work Breakdown Structure (WBS</a:t>
            </a:r>
            <a:r>
              <a:rPr lang="en-US" sz="2400" b="1" dirty="0" smtClean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61" y="1877438"/>
            <a:ext cx="10577477" cy="43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252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547F8-DC26-412E-D013-E868F768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0BD5F8-EDD6-16DB-3C40-DCA719224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3013976-8F52-A961-B85F-1F3DD9C169F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Network Diagram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Start      </a:t>
            </a:r>
            <a:r>
              <a:rPr lang="en-US" sz="2000" dirty="0" smtClean="0"/>
              <a:t> v1.1.1 </a:t>
            </a:r>
            <a:r>
              <a:rPr lang="en-US" sz="2000" dirty="0"/>
              <a:t>Identify stakeholders     </a:t>
            </a:r>
            <a:r>
              <a:rPr lang="en-US" sz="2000" dirty="0" smtClean="0"/>
              <a:t>      v1.1.2 </a:t>
            </a:r>
            <a:r>
              <a:rPr lang="en-US" sz="2000" dirty="0"/>
              <a:t>Define requirements</a:t>
            </a:r>
          </a:p>
          <a:p>
            <a:pPr marL="0" indent="0">
              <a:buNone/>
            </a:pPr>
            <a:endParaRPr lang="en-US" sz="20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v1.1.3 Develop project plan         v1.1.4 Design database </a:t>
            </a:r>
            <a:r>
              <a:rPr lang="en-US" sz="2000" dirty="0" smtClean="0"/>
              <a:t>architecture  </a:t>
            </a:r>
            <a:endParaRPr lang="en-US" sz="2000" dirty="0"/>
          </a:p>
          <a:p>
            <a:pPr marL="0" indent="0">
              <a:buNone/>
            </a:pPr>
            <a:endParaRPr lang="en-US" sz="20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2000" dirty="0"/>
              <a:t>v1.2.1 Integrate systems                 v1.2.2 Test HIPAA compliance  </a:t>
            </a:r>
            <a:endParaRPr lang="en-US" sz="2000" dirty="0" smtClean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v1.3.1 Deploy system        </a:t>
            </a:r>
          </a:p>
          <a:p>
            <a:pPr marL="0" indent="0">
              <a:buNone/>
            </a:pPr>
            <a:r>
              <a:rPr lang="en-US" sz="2000" dirty="0"/>
              <a:t>v1.3.2 Train stakeholders     </a:t>
            </a:r>
          </a:p>
          <a:p>
            <a:pPr marL="0" indent="0">
              <a:buNone/>
            </a:pPr>
            <a:r>
              <a:rPr lang="en-US" sz="2000" dirty="0"/>
              <a:t>v1.3.3 Conduct lessons learned    </a:t>
            </a:r>
          </a:p>
          <a:p>
            <a:pPr marL="0" indent="0">
              <a:buNone/>
            </a:pPr>
            <a:r>
              <a:rPr lang="en-US" sz="2000" dirty="0" err="1"/>
              <a:t>vEnd</a:t>
            </a:r>
            <a:endParaRPr lang="en-US" sz="2000" dirty="0"/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275765" y="2161522"/>
            <a:ext cx="301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4847166" y="2158550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1998133" y="2407491"/>
            <a:ext cx="5562600" cy="2784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3777663" y="2917306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3777663" y="3660994"/>
            <a:ext cx="468369" cy="59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268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80060-D74F-6F0F-9636-61DC4B1AE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C72172-AC1F-3AB7-78EE-10BF40081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3B50135-4B3C-1F31-9594-890C0102F91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SWOT </a:t>
            </a:r>
            <a:r>
              <a:rPr lang="en-US" sz="2400" b="1" dirty="0" smtClean="0"/>
              <a:t>Analysis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600" b="1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822439"/>
              </p:ext>
            </p:extLst>
          </p:nvPr>
        </p:nvGraphicFramePr>
        <p:xfrm>
          <a:off x="660400" y="1825624"/>
          <a:ext cx="10913533" cy="4351340"/>
        </p:xfrm>
        <a:graphic>
          <a:graphicData uri="http://schemas.openxmlformats.org/drawingml/2006/table">
            <a:tbl>
              <a:tblPr bandRow="1"/>
              <a:tblGrid>
                <a:gridCol w="5649039">
                  <a:extLst>
                    <a:ext uri="{9D8B030D-6E8A-4147-A177-3AD203B41FA5}">
                      <a16:colId xmlns:a16="http://schemas.microsoft.com/office/drawing/2014/main" val="3282479151"/>
                    </a:ext>
                  </a:extLst>
                </a:gridCol>
                <a:gridCol w="5264494">
                  <a:extLst>
                    <a:ext uri="{9D8B030D-6E8A-4147-A177-3AD203B41FA5}">
                      <a16:colId xmlns:a16="http://schemas.microsoft.com/office/drawing/2014/main" val="728836710"/>
                    </a:ext>
                  </a:extLst>
                </a:gridCol>
              </a:tblGrid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Strength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Opportunity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473577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Skilled IT Team: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organization has a competent IT team with the necessary technical expertise to handle the integration project.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Improved Patient Outcomes: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A unified IT system can lead to better patient care and satisfaction by providing seamless access to records and reducing administrative errors.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0155932"/>
                  </a:ext>
                </a:extLst>
              </a:tr>
              <a:tr h="771675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Strong Stakeholder Support: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There is robust support from key internal stakeholders, including the CEO and Project Manager, which is crucial for project success.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Enhanced Competitiveness: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Implementing a state-of-the-art IT system can position XYZ Health Solutions as a leader in healthcare technology, attracting more patients and partnerships.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198700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Existing IT Infrastructure: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availability of existing IT infrastructure can serve as a foundation, reducing the need for extensive new investments.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Data-Driven Decision Making: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integration of systems will allow for better data analytics, enabling more informed decision-making processes.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16213146"/>
                  </a:ext>
                </a:extLst>
              </a:tr>
              <a:tr h="23966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Weakness (Cause)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effectLst/>
                          <a:latin typeface="Roboto"/>
                          <a:ea typeface="Calibri" panose="020F0502020204030204" pitchFamily="34" charset="0"/>
                        </a:rPr>
                        <a:t>Threat (Event)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47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916594"/>
                  </a:ext>
                </a:extLst>
              </a:tr>
              <a:tr h="755627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Legacy System Integration Challenges: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The current fragmented systems may pose difficulties during the integration process, potentially leading to data inconsistencies or system downtime.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Regulatory Penalties: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Non-compliance with regulations such as HIPAA can result in significant financial penalties and damage to the organization's reputation.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01771"/>
                  </a:ext>
                </a:extLst>
              </a:tr>
              <a:tr h="483066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Budget Constraints: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Limited budget may restrict the scope of the project or limit the ability to implement advanced solutions.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>
                          <a:effectLst/>
                          <a:latin typeface="Roboto"/>
                          <a:ea typeface="Roboto Light"/>
                          <a:cs typeface="Roboto Light"/>
                        </a:rPr>
                        <a:t>Resistance to Change:</a:t>
                      </a: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 Staff and users may resist the new system, leading to delays and inefficiencies during the transition period.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64449497"/>
                  </a:ext>
                </a:extLst>
              </a:tr>
              <a:tr h="620550"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</a:pPr>
                      <a:r>
                        <a:rPr lang="en-US" sz="900">
                          <a:effectLst/>
                          <a:latin typeface="Roboto"/>
                          <a:ea typeface="Roboto Light"/>
                          <a:cs typeface="Roboto Light"/>
                        </a:rPr>
                        <a:t> </a:t>
                      </a:r>
                      <a:endParaRPr lang="en-MY" sz="9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57775" marR="57775" marT="0" marB="0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r>
                        <a:rPr lang="en-US" sz="900" b="1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Technological Obsolescence:</a:t>
                      </a:r>
                      <a:r>
                        <a:rPr lang="en-US" sz="900" dirty="0">
                          <a:effectLst/>
                          <a:latin typeface="Roboto"/>
                          <a:ea typeface="Roboto Light"/>
                          <a:cs typeface="Roboto Light"/>
                        </a:rPr>
                        <a:t> Rapid advancements in technology may render the new system outdated sooner than expected, requiring frequent updates or replacements.</a:t>
                      </a:r>
                      <a:endParaRPr lang="en-MY" sz="9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</a:endParaRPr>
                    </a:p>
                  </a:txBody>
                  <a:tcPr marL="8024" marR="8024" marT="8024" marB="8024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257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4507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39B8-7AB2-EB91-4E48-1A7499F58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1CAF43-CF6B-6F56-6FBD-F59F16C98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0CB1FF5-FBC0-D6B7-0DAA-BD6FE1419F5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</a:t>
            </a:r>
            <a:r>
              <a:rPr lang="en-US" sz="2400" b="1" dirty="0" smtClean="0"/>
              <a:t>Register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0849103"/>
              </p:ext>
            </p:extLst>
          </p:nvPr>
        </p:nvGraphicFramePr>
        <p:xfrm>
          <a:off x="572754" y="1867710"/>
          <a:ext cx="11032344" cy="4406629"/>
        </p:xfrm>
        <a:graphic>
          <a:graphicData uri="http://schemas.openxmlformats.org/drawingml/2006/table">
            <a:tbl>
              <a:tblPr/>
              <a:tblGrid>
                <a:gridCol w="430307">
                  <a:extLst>
                    <a:ext uri="{9D8B030D-6E8A-4147-A177-3AD203B41FA5}">
                      <a16:colId xmlns:a16="http://schemas.microsoft.com/office/drawing/2014/main" val="212964673"/>
                    </a:ext>
                  </a:extLst>
                </a:gridCol>
                <a:gridCol w="1977582">
                  <a:extLst>
                    <a:ext uri="{9D8B030D-6E8A-4147-A177-3AD203B41FA5}">
                      <a16:colId xmlns:a16="http://schemas.microsoft.com/office/drawing/2014/main" val="1407973955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2298875763"/>
                    </a:ext>
                  </a:extLst>
                </a:gridCol>
                <a:gridCol w="1364165">
                  <a:extLst>
                    <a:ext uri="{9D8B030D-6E8A-4147-A177-3AD203B41FA5}">
                      <a16:colId xmlns:a16="http://schemas.microsoft.com/office/drawing/2014/main" val="1428273116"/>
                    </a:ext>
                  </a:extLst>
                </a:gridCol>
                <a:gridCol w="1217678">
                  <a:extLst>
                    <a:ext uri="{9D8B030D-6E8A-4147-A177-3AD203B41FA5}">
                      <a16:colId xmlns:a16="http://schemas.microsoft.com/office/drawing/2014/main" val="2313183487"/>
                    </a:ext>
                  </a:extLst>
                </a:gridCol>
                <a:gridCol w="888081">
                  <a:extLst>
                    <a:ext uri="{9D8B030D-6E8A-4147-A177-3AD203B41FA5}">
                      <a16:colId xmlns:a16="http://schemas.microsoft.com/office/drawing/2014/main" val="2304157570"/>
                    </a:ext>
                  </a:extLst>
                </a:gridCol>
                <a:gridCol w="769060">
                  <a:extLst>
                    <a:ext uri="{9D8B030D-6E8A-4147-A177-3AD203B41FA5}">
                      <a16:colId xmlns:a16="http://schemas.microsoft.com/office/drawing/2014/main" val="3817736313"/>
                    </a:ext>
                  </a:extLst>
                </a:gridCol>
                <a:gridCol w="668350">
                  <a:extLst>
                    <a:ext uri="{9D8B030D-6E8A-4147-A177-3AD203B41FA5}">
                      <a16:colId xmlns:a16="http://schemas.microsoft.com/office/drawing/2014/main" val="3065836871"/>
                    </a:ext>
                  </a:extLst>
                </a:gridCol>
                <a:gridCol w="723282">
                  <a:extLst>
                    <a:ext uri="{9D8B030D-6E8A-4147-A177-3AD203B41FA5}">
                      <a16:colId xmlns:a16="http://schemas.microsoft.com/office/drawing/2014/main" val="4152876687"/>
                    </a:ext>
                  </a:extLst>
                </a:gridCol>
                <a:gridCol w="759904">
                  <a:extLst>
                    <a:ext uri="{9D8B030D-6E8A-4147-A177-3AD203B41FA5}">
                      <a16:colId xmlns:a16="http://schemas.microsoft.com/office/drawing/2014/main" val="3191683117"/>
                    </a:ext>
                  </a:extLst>
                </a:gridCol>
                <a:gridCol w="869770">
                  <a:extLst>
                    <a:ext uri="{9D8B030D-6E8A-4147-A177-3AD203B41FA5}">
                      <a16:colId xmlns:a16="http://schemas.microsoft.com/office/drawing/2014/main" val="4287122946"/>
                    </a:ext>
                  </a:extLst>
                </a:gridCol>
              </a:tblGrid>
              <a:tr h="1125013">
                <a:tc gridSpan="11">
                  <a:txBody>
                    <a:bodyPr/>
                    <a:lstStyle/>
                    <a:p>
                      <a:pPr algn="l" fontAlgn="ctr"/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Project:  Risk Register for XYZ Health Solutions IT System Integration Project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/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  <a:t>Date: 2025</a:t>
                      </a:r>
                      <a:br>
                        <a:rPr lang="en-US" sz="1000" b="1" i="0" u="none" strike="noStrike">
                          <a:solidFill>
                            <a:srgbClr val="FFFFFF"/>
                          </a:solidFill>
                          <a:effectLst/>
                          <a:latin typeface="Roboto"/>
                        </a:rPr>
                      </a:br>
                      <a:endParaRPr lang="en-US" sz="1000" b="1" i="0" u="none" strike="noStrike">
                        <a:solidFill>
                          <a:srgbClr val="FFFFFF"/>
                        </a:solidFill>
                        <a:effectLst/>
                        <a:latin typeface="Roboto"/>
                      </a:endParaRP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16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459928"/>
                  </a:ext>
                </a:extLst>
              </a:tr>
              <a:tr h="66908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#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Cause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Event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Owner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Category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Probability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Impact Risk Rating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Risk Score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Trigger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MY" sz="10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Response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3131226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R1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Busy schedules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Missed deadlines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Timeline overrun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Liam Carter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3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Delayed responses to meeting requests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Send weekly reminders to stakeholders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8885860"/>
                  </a:ext>
                </a:extLst>
              </a:tr>
              <a:tr h="889594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R2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Incompatible data formats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Data loss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Project delay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Priya Patel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Integration errors during testing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Develop and test backup integration plans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928878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R3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Weak governance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Threat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10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086507"/>
                  </a:ext>
                </a:extLst>
              </a:tr>
              <a:tr h="257577">
                <a:tc>
                  <a:txBody>
                    <a:bodyPr/>
                    <a:lstStyle/>
                    <a:p>
                      <a:pPr algn="ctr" fontAlgn="b"/>
                      <a:r>
                        <a:rPr lang="en-MY" sz="11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R4</a:t>
                      </a:r>
                    </a:p>
                  </a:txBody>
                  <a:tcPr marL="5236" marR="5236" marT="5236" marB="0" anchor="b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User-friendly design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Opportunity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5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4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20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7765692"/>
                  </a:ext>
                </a:extLst>
              </a:tr>
              <a:tr h="318185">
                <a:tc gridSpan="8">
                  <a:txBody>
                    <a:bodyPr/>
                    <a:lstStyle/>
                    <a:p>
                      <a:pPr algn="ctr" fontAlgn="ctr"/>
                      <a:r>
                        <a:rPr lang="en-MY" sz="1400" b="1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Total Risk Score</a:t>
                      </a:r>
                    </a:p>
                  </a:txBody>
                  <a:tcPr marL="5236" marR="5236" marT="5236" marB="0" anchor="ctr">
                    <a:lnL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2E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MY" sz="1000" b="0" i="0" u="none" strike="noStrike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62</a:t>
                      </a:r>
                    </a:p>
                  </a:txBody>
                  <a:tcPr marL="5236" marR="5236" marT="5236" marB="0" anchor="ctr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D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MY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Roboto"/>
                        </a:rPr>
                        <a:t> </a:t>
                      </a:r>
                    </a:p>
                  </a:txBody>
                  <a:tcPr marL="5236" marR="5236" marT="5236" marB="0" anchor="b">
                    <a:lnL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1BF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58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6125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998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95BE-F368-F1CC-0F28-131C3BFAF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FEF843-8AD6-985A-8C10-FB184AF97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Project Planning and Risk Analysis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461BD33-D8F8-4077-88C1-4380676CC1B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Risk Matrix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6079"/>
            <a:ext cx="12192000" cy="466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604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11DA2-75E9-7D39-6BD5-301FDF9B2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F91FB2-1776-F084-C1ED-75B4378B1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Process Modeling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72E9F1D-20A5-5EDA-6D2E-C59D716D80F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Appointment Scheduling Process Flowchart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796144" y="-1466736"/>
            <a:ext cx="4904512" cy="111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8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BFB81-ABCD-4B3E-C224-8912136CF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0778EA-714F-0E6B-21E5-42866D827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DB30CA7-C0DA-FCB6-EB08-D6DF5AE326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US" b="1" dirty="0"/>
              <a:t>Patient Age Distribution</a:t>
            </a: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endParaRPr lang="en-US" sz="1800" dirty="0" smtClean="0">
              <a:highlight>
                <a:srgbClr val="FFFF00"/>
              </a:highlight>
              <a:ea typeface="+mn-lt"/>
              <a:cs typeface="+mn-lt"/>
            </a:endParaRPr>
          </a:p>
          <a:p>
            <a:pPr marL="0" lvl="1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919" y="1791203"/>
            <a:ext cx="8924562" cy="43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0071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6CA3-41DC-82DB-D8B7-EC07698D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753E57-B999-36AC-A030-01A2E799EC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F2E1F99-3D94-20DA-E5CD-9E383A187A1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Outstanding Balance Distribution by Account Type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1640" y="1679443"/>
            <a:ext cx="8924562" cy="43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7580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21A02-538E-3B05-A59F-2B1ECB6B3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7C3EB1-E070-06E1-D87C-83452B06E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06C3F8D1-306E-C233-3E74-BAD52CAA1D4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Location Representation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7126" y="284480"/>
            <a:ext cx="6738547" cy="610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974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C489E-EED0-4614-5BE5-88402C75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C29890-83A6-BBD2-08EB-C82FF7535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08FC1F8-98DD-2823-7182-3801E0D427E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Monthly Appointment Volume</a:t>
            </a: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>
              <a:buFont typeface="Arial"/>
              <a:buChar char="•"/>
            </a:pPr>
            <a:endParaRPr lang="en-US" dirty="0"/>
          </a:p>
          <a:p>
            <a:pPr marL="0" indent="0">
              <a:buNone/>
            </a:pPr>
            <a:endParaRPr lang="en-US" sz="2400" b="1" dirty="0"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5534"/>
            <a:ext cx="12192000" cy="399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166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5B93B-EE28-7928-2E75-AA5B66956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467905-1C26-FB98-2371-6B470D39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C3CD341-F7EB-7AF7-5EB3-3736888A0D7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Appointment Type Breakdown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8634" y="1452262"/>
            <a:ext cx="5303531" cy="449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3111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599C-90D7-B16B-986B-51DB11823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5B21B6-31CB-886B-F031-47DC057FE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Basic Visualizations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7E4D08E-3A29-E6AD-A04F-70123EFB6E4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Average Appointment Fee by Month</a:t>
            </a:r>
            <a:endParaRPr lang="en-US" dirty="0"/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4839" y="1811523"/>
            <a:ext cx="8924562" cy="4352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14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E3DF1-0E4D-AC1B-60A9-CF4D989A2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F24E7B-02A4-5DDC-23B8-1A939D85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1E9CA61F-6C76-D2E6-2115-FDE3FCE0C379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Branch Wise Average Age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02368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53FC-690C-C07F-644B-257A649FA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2E5575-5A6A-2E8D-4340-D57C57002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Dashboards</a:t>
            </a:r>
            <a:endParaRPr lang="en-US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22AD836-A238-DD5D-9A60-EE7B8DE5633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Location Wise Appointment Count 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7" y="1714500"/>
            <a:ext cx="11249025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47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82485-25DF-4D9E-F3E9-B30F74C14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69C2D8-3835-BF53-2997-CFD41CB52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DB049CFC-0239-E617-90F7-4A261297D600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Flow Diagram (DFD)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729" y="937835"/>
            <a:ext cx="11560542" cy="506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4824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F4029-BD49-0B12-677E-7CB7A292E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23D89A-BBAA-408C-0CCD-31610E3D9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ADD21A90-2949-64C5-5B7F-3467C985E63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Level 1 </a:t>
            </a:r>
            <a:r>
              <a:rPr lang="en-US" sz="2400" b="1" dirty="0" smtClean="0"/>
              <a:t>DFD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6" y="1789888"/>
            <a:ext cx="11256078" cy="4406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9688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43D13-548E-3E23-BA62-126709241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A6BDDAC-D72D-B768-E341-24BCDC2F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841EE64D-DE15-F873-C2DA-3AC8513FEE95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Entity-Relationship Diagram (ERD)</a:t>
            </a:r>
          </a:p>
          <a:p>
            <a:pPr marL="0" indent="0">
              <a:buNone/>
            </a:pPr>
            <a:endParaRPr lang="en-US" sz="1800" dirty="0" smtClean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56" y="1581247"/>
            <a:ext cx="9865825" cy="4613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388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E8841-7F20-2527-7646-310BCB23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7D48B57-8B80-2913-BD20-CD738953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5495165-6991-8FF4-F704-6E297EAFFEC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Use Case Diagram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17" y="1640040"/>
            <a:ext cx="8742714" cy="457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2885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36E11-6F64-7A17-FE8D-FF8E17EF2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1F0203-3159-B3EA-3C91-805212382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System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5720B179-696D-9BCE-D135-4ECE0E4FD1FD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Sequence </a:t>
            </a:r>
            <a:r>
              <a:rPr lang="en-US" sz="2400" b="1" dirty="0" smtClean="0"/>
              <a:t>Diagram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766" y="1770859"/>
            <a:ext cx="9902757" cy="450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931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15516-C221-E2BB-53AB-671B00D01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D875E3-5D1C-7302-C820-100E5CBDD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BBED0399-67C2-EEE3-6C8D-A2221635032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Conceptual ERD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928" y="1682191"/>
            <a:ext cx="8776150" cy="466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5940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369D1-710C-49EB-0AD0-7A7250B48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F57B6FA-6967-5635-09A6-FD37A21C2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83803D9-990A-B6A4-8661-9A9C8ABEDE92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Logical ERD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ea typeface="+mn-lt"/>
              <a:cs typeface="+mn-lt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514" y="1624519"/>
            <a:ext cx="8933930" cy="4720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452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6C32F-332C-C3B2-7EAD-0347C9DEC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52FB06-E3DC-9A64-E1A2-8608CA71C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Database Design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CF435A6-32C7-0DA5-94EE-0306D849B3DF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Data Dictionary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64" y="984669"/>
            <a:ext cx="11867745" cy="50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1327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7CCCD-E02D-D955-2692-B15B7DDF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CE22BC-F638-D726-04F6-6BEA8D2A6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2"/>
            <a:ext cx="9813446" cy="819369"/>
          </a:xfrm>
        </p:spPr>
        <p:txBody>
          <a:bodyPr>
            <a:noAutofit/>
          </a:bodyPr>
          <a:lstStyle/>
          <a:p>
            <a:r>
              <a:rPr lang="en-US" sz="3200" dirty="0"/>
              <a:t>Test Planning and Case Design Using TDD and BDD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96D747EB-DD1B-B97F-7866-30B650E01111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Test </a:t>
            </a:r>
            <a:r>
              <a:rPr lang="en-US" sz="2400" b="1" dirty="0" smtClean="0"/>
              <a:t>Plan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 smtClean="0"/>
          </a:p>
          <a:p>
            <a:pPr marL="0" indent="0">
              <a:buNone/>
            </a:pPr>
            <a:r>
              <a:rPr lang="en-MY" sz="2400" b="1" dirty="0"/>
              <a:t>Critical Gaps Identified</a:t>
            </a:r>
            <a:r>
              <a:rPr lang="en-MY" sz="2400" b="1" dirty="0" smtClean="0"/>
              <a:t>:</a:t>
            </a:r>
          </a:p>
          <a:p>
            <a:pPr marL="0" indent="0">
              <a:buNone/>
            </a:pPr>
            <a:endParaRPr lang="en-MY" sz="2400" b="1" dirty="0"/>
          </a:p>
          <a:p>
            <a:pPr>
              <a:buFont typeface="+mj-lt"/>
              <a:buAutoNum type="arabicPeriod"/>
            </a:pPr>
            <a:r>
              <a:rPr lang="en-MY" sz="2400" b="1" dirty="0"/>
              <a:t>HIPAA Compliance</a:t>
            </a:r>
            <a:r>
              <a:rPr lang="en-MY" sz="2400" dirty="0"/>
              <a:t>: Original plan had no explicit healthcare compliance testing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Security Vulnerabilities</a:t>
            </a:r>
            <a:r>
              <a:rPr lang="en-MY" sz="2400" dirty="0"/>
              <a:t>: Missing session timeout and data protection validation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Business Logic</a:t>
            </a:r>
            <a:r>
              <a:rPr lang="en-MY" sz="2400" dirty="0"/>
              <a:t>: No duplicate booking prevention testing</a:t>
            </a:r>
          </a:p>
          <a:p>
            <a:pPr>
              <a:buFont typeface="+mj-lt"/>
              <a:buAutoNum type="arabicPeriod"/>
            </a:pPr>
            <a:r>
              <a:rPr lang="en-MY" sz="2400" b="1" dirty="0"/>
              <a:t>Information Disclosure</a:t>
            </a:r>
            <a:r>
              <a:rPr lang="en-MY" sz="2400" dirty="0"/>
              <a:t>: Original error messages could leak sensitive data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 smtClean="0"/>
          </a:p>
          <a:p>
            <a:pPr marL="0" indent="0">
              <a:buFont typeface="Arial" panose="020B0604020202020204" pitchFamily="34" charset="0"/>
              <a:buNone/>
            </a:pP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13242463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83A56-A1AE-2E79-22CC-1A10E5FC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D1CB87-EECC-F669-6E13-A7C3744F9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2"/>
            <a:ext cx="9813446" cy="1237657"/>
          </a:xfrm>
        </p:spPr>
        <p:txBody>
          <a:bodyPr>
            <a:noAutofit/>
          </a:bodyPr>
          <a:lstStyle/>
          <a:p>
            <a:r>
              <a:rPr lang="en-US" sz="3200" smtClean="0"/>
              <a:t>Test Planning and Case Design Using TDD and BDD</a:t>
            </a:r>
            <a:br>
              <a:rPr lang="en-US" sz="3200" smtClean="0"/>
            </a:br>
            <a:endParaRPr lang="en-US" sz="3200" dirty="0"/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F8F83ED-8011-48E8-CB75-129903C797FE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b="1" dirty="0"/>
              <a:t>TDD and BDD Test Cases </a:t>
            </a:r>
          </a:p>
          <a:p>
            <a:pPr marL="0" indent="0">
              <a:buNone/>
            </a:pPr>
            <a:r>
              <a:rPr lang="en-US" sz="1800" b="1" dirty="0"/>
              <a:t>Test Objective: Booking Restriction Logic </a:t>
            </a:r>
            <a:r>
              <a:rPr lang="en-US" sz="1800" b="1" dirty="0" smtClean="0"/>
              <a:t>Validation</a:t>
            </a:r>
          </a:p>
          <a:p>
            <a:pPr marL="0" indent="0">
              <a:buNone/>
            </a:pPr>
            <a:r>
              <a:rPr lang="en-US" sz="1600" dirty="0"/>
              <a:t>Test Name: </a:t>
            </a:r>
            <a:r>
              <a:rPr lang="en-US" sz="1600" dirty="0" err="1"/>
              <a:t>testBookingRestrictionAfterThreeFailedAttempts</a:t>
            </a:r>
            <a:r>
              <a:rPr lang="en-US" sz="1600" dirty="0"/>
              <a:t>()</a:t>
            </a:r>
          </a:p>
          <a:p>
            <a:pPr marL="0" indent="0">
              <a:buNone/>
            </a:pPr>
            <a:r>
              <a:rPr lang="en-US" sz="1600" dirty="0"/>
              <a:t>Objective: </a:t>
            </a:r>
            <a:endParaRPr lang="en-US" sz="1600" dirty="0" smtClean="0"/>
          </a:p>
          <a:p>
            <a:pPr marL="0" indent="0">
              <a:buNone/>
            </a:pPr>
            <a:r>
              <a:rPr lang="en-US" sz="1600" dirty="0" smtClean="0"/>
              <a:t>Verify </a:t>
            </a:r>
            <a:r>
              <a:rPr lang="en-US" sz="1600" dirty="0"/>
              <a:t>that the appointment booking system correctly implements the three-strike restriction mechanism by: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b="1" dirty="0"/>
              <a:t>Scenario 1: Successful Appointment </a:t>
            </a:r>
            <a:r>
              <a:rPr lang="en-US" sz="1800" b="1" dirty="0" smtClean="0"/>
              <a:t>Booking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A626A4"/>
                </a:solidFill>
              </a:rPr>
              <a:t>Feature:</a:t>
            </a:r>
            <a:r>
              <a:rPr lang="en-US" sz="1800" dirty="0">
                <a:solidFill>
                  <a:srgbClr val="E45649"/>
                </a:solidFill>
              </a:rPr>
              <a:t> Patient Appointment Booking</a:t>
            </a:r>
            <a:r>
              <a:rPr lang="en-US" sz="1800" dirty="0"/>
              <a:t> </a:t>
            </a:r>
            <a:endParaRPr lang="en-US" sz="1800" dirty="0" smtClean="0"/>
          </a:p>
          <a:p>
            <a:pPr marL="0" indent="0">
              <a:buNone/>
            </a:pPr>
            <a:r>
              <a:rPr lang="en-US" sz="1800" dirty="0" smtClean="0"/>
              <a:t>As </a:t>
            </a:r>
            <a:r>
              <a:rPr lang="en-US" sz="1800" dirty="0"/>
              <a:t>a registered patient I want to book medical appointments online So that I can schedule healthcare visits conveniently</a:t>
            </a:r>
            <a:endParaRPr lang="en-US" sz="1800" dirty="0" smtClean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366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6B439-C0AB-EE69-4CB0-B57EBEF97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19220C8-CC57-DB86-251D-D8CB68325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74FD0BE-C7AB-C633-6B5F-5CB23A765111}"/>
              </a:ext>
            </a:extLst>
          </p:cNvPr>
          <p:cNvSpPr txBox="1">
            <a:spLocks/>
          </p:cNvSpPr>
          <p:nvPr/>
        </p:nvSpPr>
        <p:spPr>
          <a:xfrm>
            <a:off x="573087" y="1138136"/>
            <a:ext cx="10659485" cy="458162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MY" sz="5600" dirty="0" smtClean="0"/>
              <a:t>| </a:t>
            </a:r>
            <a:r>
              <a:rPr lang="en-MY" sz="5600" b="1" dirty="0"/>
              <a:t>**Stage**</a:t>
            </a:r>
            <a:r>
              <a:rPr lang="en-MY" sz="5600" dirty="0"/>
              <a:t> | </a:t>
            </a:r>
            <a:r>
              <a:rPr lang="en-MY" sz="5600" b="1" dirty="0"/>
              <a:t>**Type**</a:t>
            </a:r>
            <a:r>
              <a:rPr lang="en-MY" sz="5600" dirty="0"/>
              <a:t> | </a:t>
            </a:r>
            <a:r>
              <a:rPr lang="en-MY" sz="5600" b="1" dirty="0"/>
              <a:t>**Activities**</a:t>
            </a:r>
            <a:r>
              <a:rPr lang="en-MY" sz="5600" dirty="0"/>
              <a:t> | </a:t>
            </a:r>
            <a:r>
              <a:rPr lang="en-MY" sz="5600" b="1" dirty="0"/>
              <a:t>**Expected Outputs**</a:t>
            </a:r>
            <a:r>
              <a:rPr lang="en-MY" sz="5600" dirty="0"/>
              <a:t> | </a:t>
            </a:r>
            <a:r>
              <a:rPr lang="en-MY" sz="5600" b="1" dirty="0"/>
              <a:t>**Duration**</a:t>
            </a:r>
            <a:r>
              <a:rPr lang="en-MY" sz="5600" dirty="0"/>
              <a:t> |</a:t>
            </a:r>
          </a:p>
          <a:p>
            <a:r>
              <a:rPr lang="en-MY" sz="5600" dirty="0"/>
              <a:t>|-----------|----------|----------------|---------------------|--------------|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**1. Source Control**</a:t>
            </a:r>
            <a:r>
              <a:rPr lang="en-MY" sz="5600" dirty="0"/>
              <a:t> | Automated | Git commit triggers, branch protection rules, PR validation | Commit hash, branch status, PR approval | 2-5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**2. Build &amp; Compile**</a:t>
            </a:r>
            <a:r>
              <a:rPr lang="en-MY" sz="5600" dirty="0"/>
              <a:t> | Automated | Code compilation, dependency resolution, </a:t>
            </a:r>
            <a:r>
              <a:rPr lang="en-MY" sz="5600" dirty="0" err="1"/>
              <a:t>artifact</a:t>
            </a:r>
            <a:r>
              <a:rPr lang="en-MY" sz="5600" dirty="0"/>
              <a:t> creation | Build </a:t>
            </a:r>
            <a:r>
              <a:rPr lang="en-MY" sz="5600" dirty="0" err="1"/>
              <a:t>artifacts</a:t>
            </a:r>
            <a:r>
              <a:rPr lang="en-MY" sz="5600" dirty="0"/>
              <a:t>, dependency report, build logs | 5-10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**3. Static Analysis**</a:t>
            </a:r>
            <a:r>
              <a:rPr lang="en-MY" sz="5600" dirty="0"/>
              <a:t> | Automated | Code quality checks, security scanning, HIPAA compliance validation | </a:t>
            </a:r>
            <a:r>
              <a:rPr lang="en-MY" sz="5600" dirty="0" err="1"/>
              <a:t>SonarQube</a:t>
            </a:r>
            <a:r>
              <a:rPr lang="en-MY" sz="5600" dirty="0"/>
              <a:t> report, security scan results, compliance checklist | 3-7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**4. Unit Testing**</a:t>
            </a:r>
            <a:r>
              <a:rPr lang="en-MY" sz="5600" dirty="0"/>
              <a:t> | Automated | TDD test execution, code coverage analysis, mock data validation | Test results, coverage report, performance metrics | 8-15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**5. Integration Testing**</a:t>
            </a:r>
            <a:r>
              <a:rPr lang="en-MY" sz="5600" dirty="0"/>
              <a:t> | Automated | API testing, database integration, third-party service validation | Integration test results, API response logs, DB connection status | 10-20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**6. Security Testing**</a:t>
            </a:r>
            <a:r>
              <a:rPr lang="en-MY" sz="5600" dirty="0"/>
              <a:t> | Automated | Vulnerability scanning, penetration testing, encryption validation | Security report, vulnerability list, encryption verification | 15-25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**7. HIPAA Compliance Review**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PHI handling validation, audit trail verification, consent management review | Compliance certificate, audit report, risk assessment | 30-60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**8. Staging Deployment**</a:t>
            </a:r>
            <a:r>
              <a:rPr lang="en-MY" sz="5600" dirty="0"/>
              <a:t> | Automated | Deploy to staging environment, smoke testing, environment validation | Deployment status, smoke test results, environment health | 5-10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**9. User Acceptance Testing**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BDD scenario validation, business stakeholder approval, usability testing | UAT sign-off, BDD test results, stakeholder approval | 2-4 hours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**10. Performance Testing**</a:t>
            </a:r>
            <a:r>
              <a:rPr lang="en-MY" sz="5600" dirty="0"/>
              <a:t> | Automated | Load testing, stress testing, appointment booking concurrency | Performance metrics, load test results, bottleneck analysis | 20-30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**11. Production Deployment**</a:t>
            </a:r>
            <a:r>
              <a:rPr lang="en-MY" sz="5600" dirty="0"/>
              <a:t> | </a:t>
            </a:r>
            <a:r>
              <a:rPr lang="en-MY" sz="5600" b="1" dirty="0"/>
              <a:t>**Manual**</a:t>
            </a:r>
            <a:r>
              <a:rPr lang="en-MY" sz="5600" dirty="0"/>
              <a:t> | Blue-green deployment, database migration, feature flag activation | Deployment confirmation, rollback plan, monitoring activation | 15-30 min |</a:t>
            </a:r>
          </a:p>
          <a:p>
            <a:r>
              <a:rPr lang="en-MY" sz="5600" dirty="0"/>
              <a:t>| </a:t>
            </a:r>
            <a:r>
              <a:rPr lang="en-MY" sz="5600" b="1" dirty="0"/>
              <a:t>**12. Post-Deployment Validation**</a:t>
            </a:r>
            <a:r>
              <a:rPr lang="en-MY" sz="5600" dirty="0"/>
              <a:t> | Automated | Health checks, monitoring activation, alert configuration | System health status, monitoring dashboard, alert confirmation | 5-10 min |</a:t>
            </a:r>
          </a:p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1569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18C7D-2809-9BD8-18B0-1616CFF74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EDFC5F-63BB-E7B1-4F34-93B263DC2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CI/CD Workflow and Monitoring Plan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D16EC51-F6EE-55F5-4DB7-9313DDE9A5F3}"/>
              </a:ext>
            </a:extLst>
          </p:cNvPr>
          <p:cNvSpPr txBox="1">
            <a:spLocks/>
          </p:cNvSpPr>
          <p:nvPr/>
        </p:nvSpPr>
        <p:spPr>
          <a:xfrm>
            <a:off x="573087" y="984670"/>
            <a:ext cx="11220980" cy="526373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800" b="1" dirty="0">
                <a:ea typeface="+mn-lt"/>
                <a:cs typeface="+mn-lt"/>
              </a:rPr>
              <a:t>Monitoring and maintenance strategy</a:t>
            </a:r>
            <a:endParaRPr lang="en-US" sz="4800" dirty="0"/>
          </a:p>
          <a:p>
            <a:r>
              <a:rPr lang="en-US" sz="4800" b="1" dirty="0"/>
              <a:t>#### **Metric 1: Appointment Booking Success Rate**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Percentage of successful appointment bookings vs. total attempts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≥ 99.5%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Application logs, database transactions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Direct patient experience indicator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2: Authentication Failure Rate**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Failed login attempts per </a:t>
            </a:r>
            <a:r>
              <a:rPr lang="en-US" sz="4800" dirty="0" err="1"/>
              <a:t>PatientID</a:t>
            </a:r>
            <a:r>
              <a:rPr lang="en-US" sz="4800" dirty="0"/>
              <a:t> (linked to TC-002, TC-005)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&lt; 2% of total attempts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Authentication service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Security and user experience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3: System Response Time**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Average API response time for appointment booking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&lt; 2 seconds for 95th percentile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APM tools, load balancer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Patient satisfaction and system performance</a:t>
            </a:r>
          </a:p>
          <a:p>
            <a:r>
              <a:rPr lang="en-US" sz="4800" dirty="0"/>
              <a:t/>
            </a:r>
            <a:br>
              <a:rPr lang="en-US" sz="4800" dirty="0"/>
            </a:br>
            <a:r>
              <a:rPr lang="en-US" sz="4800" b="1" dirty="0"/>
              <a:t>#### **Metric 4: HIPAA Audit Trail Completeness**</a:t>
            </a:r>
            <a:endParaRPr lang="en-US" sz="4800" dirty="0"/>
          </a:p>
          <a:p>
            <a:r>
              <a:rPr lang="en-US" sz="4800" dirty="0"/>
              <a:t>- </a:t>
            </a:r>
            <a:r>
              <a:rPr lang="en-US" sz="4800" b="1" dirty="0"/>
              <a:t>**Description:**</a:t>
            </a:r>
            <a:r>
              <a:rPr lang="en-US" sz="4800" dirty="0"/>
              <a:t> Percentage of patient data access events with complete audit logs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**Target:**</a:t>
            </a:r>
            <a:r>
              <a:rPr lang="en-US" sz="4800" dirty="0"/>
              <a:t> 100%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**Data Source:**</a:t>
            </a:r>
            <a:r>
              <a:rPr lang="en-US" sz="4800" dirty="0"/>
              <a:t> Audit logging system</a:t>
            </a:r>
          </a:p>
          <a:p>
            <a:r>
              <a:rPr lang="en-US" sz="4800" dirty="0"/>
              <a:t>- </a:t>
            </a:r>
            <a:r>
              <a:rPr lang="en-US" sz="4800" b="1" dirty="0"/>
              <a:t>**Business Impact:**</a:t>
            </a:r>
            <a:r>
              <a:rPr lang="en-US" sz="4800" dirty="0"/>
              <a:t> Regulatory compliance and legal protection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6275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E121CC5-F122-52A3-03A7-4C0CBFE2B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831" y="2996183"/>
            <a:ext cx="8488117" cy="850726"/>
          </a:xfrm>
        </p:spPr>
        <p:txBody>
          <a:bodyPr/>
          <a:lstStyle/>
          <a:p>
            <a:r>
              <a:rPr lang="en-IN" dirty="0"/>
              <a:t>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55747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A95D0-C7BC-59C6-303C-708F83BBA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7867C9-F2C6-8499-CDB3-17D3ADF54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Findings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9779CED-7BE2-EE0D-4DAD-CC2393EF2ACC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217310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751A-AA32-2B6A-6571-C78EE67CB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B5ABDF-9EC2-D988-D060-DBE0FB4E4F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Key Recommendations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E3B0302B-94E4-1622-58CA-F1BFE0B15DA8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1.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2.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/>
              <a:t>4.   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endParaRPr lang="en-US" sz="18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34705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3184B-B96D-AB63-8189-989217693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F60873F-EEDF-5FEA-8347-0D9FD92A96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Conclusion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F58C856C-E871-1D81-9531-41D62F571353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1.</a:t>
            </a:r>
          </a:p>
          <a:p>
            <a:pPr marL="0" indent="0">
              <a:buNone/>
            </a:pPr>
            <a:r>
              <a:rPr lang="en-US" sz="1800" dirty="0">
                <a:cs typeface="Arial"/>
              </a:rPr>
              <a:t>2.</a:t>
            </a:r>
          </a:p>
          <a:p>
            <a:pPr marL="0" indent="0">
              <a:buNone/>
            </a:pPr>
            <a:r>
              <a:rPr lang="en-US" sz="1800" dirty="0"/>
              <a:t>3.</a:t>
            </a:r>
            <a:endParaRPr lang="en-US" sz="1800" dirty="0">
              <a:cs typeface="Arial"/>
            </a:endParaRPr>
          </a:p>
          <a:p>
            <a:pPr marL="0" indent="0">
              <a:buNone/>
            </a:pPr>
            <a:r>
              <a:rPr lang="en-US" sz="1800" dirty="0">
                <a:cs typeface="Arial"/>
              </a:rPr>
              <a:t>4.</a:t>
            </a:r>
          </a:p>
          <a:p>
            <a:pPr marL="0" indent="0">
              <a:buNone/>
            </a:pPr>
            <a:endParaRPr lang="en-US" sz="2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74048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EAEC7-EBC8-986E-26E8-53DFFA2DF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1B0814-4448-D6CB-E142-6E930B0C5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756" y="133943"/>
            <a:ext cx="9813446" cy="850726"/>
          </a:xfrm>
        </p:spPr>
        <p:txBody>
          <a:bodyPr>
            <a:noAutofit/>
          </a:bodyPr>
          <a:lstStyle/>
          <a:p>
            <a:r>
              <a:rPr lang="en-US" sz="3200" dirty="0"/>
              <a:t>Appendix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63448522-74BF-A288-EB52-149299CDAF3A}"/>
              </a:ext>
            </a:extLst>
          </p:cNvPr>
          <p:cNvSpPr txBox="1">
            <a:spLocks/>
          </p:cNvSpPr>
          <p:nvPr/>
        </p:nvSpPr>
        <p:spPr>
          <a:xfrm>
            <a:off x="573087" y="1216025"/>
            <a:ext cx="10659485" cy="45037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>
              <a:highlight>
                <a:srgbClr val="FFFF00"/>
              </a:highlight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2656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00539A"/>
      </a:dk1>
      <a:lt1>
        <a:srgbClr val="FFFFFF"/>
      </a:lt1>
      <a:dk2>
        <a:srgbClr val="0F62FE"/>
      </a:dk2>
      <a:lt2>
        <a:srgbClr val="F2F4F8"/>
      </a:lt2>
      <a:accent1>
        <a:srgbClr val="00539A"/>
      </a:accent1>
      <a:accent2>
        <a:srgbClr val="8A3FFC"/>
      </a:accent2>
      <a:accent3>
        <a:srgbClr val="D02670"/>
      </a:accent3>
      <a:accent4>
        <a:srgbClr val="198038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6">
      <a:majorFont>
        <a:latin typeface="Arial Bol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2671</Words>
  <Application>Microsoft Office PowerPoint</Application>
  <PresentationFormat>Widescreen</PresentationFormat>
  <Paragraphs>418</Paragraphs>
  <Slides>42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50" baseType="lpstr">
      <vt:lpstr>Aptos</vt:lpstr>
      <vt:lpstr>Arial</vt:lpstr>
      <vt:lpstr>Arial Bold</vt:lpstr>
      <vt:lpstr>Calibri</vt:lpstr>
      <vt:lpstr>Roboto</vt:lpstr>
      <vt:lpstr>Roboto Light</vt:lpstr>
      <vt:lpstr>Times New Roman</vt:lpstr>
      <vt:lpstr>Office Theme</vt:lpstr>
      <vt:lpstr>Unified IT Solution for XYZ Health Solutions</vt:lpstr>
      <vt:lpstr>Executive Summary</vt:lpstr>
      <vt:lpstr>Introduction</vt:lpstr>
      <vt:lpstr>Objectives</vt:lpstr>
      <vt:lpstr>Artifacts</vt:lpstr>
      <vt:lpstr>Project Initiation and Stakeholder Engagement</vt:lpstr>
      <vt:lpstr>Project Initiation and Stakeholder Engagement</vt:lpstr>
      <vt:lpstr>Project Initiation and Stakeholder Engagement</vt:lpstr>
      <vt:lpstr>Requirements Gathering</vt:lpstr>
      <vt:lpstr>Requirements Gathering</vt:lpstr>
      <vt:lpstr>Requirements Gathering</vt:lpstr>
      <vt:lpstr>Project Planning and Risk Analysis</vt:lpstr>
      <vt:lpstr>Project Planning and Risk Analysis</vt:lpstr>
      <vt:lpstr>Project Planning and Risk Analysis</vt:lpstr>
      <vt:lpstr>Project Planning and Risk Analysis</vt:lpstr>
      <vt:lpstr>Project Planning and Risk Analysis</vt:lpstr>
      <vt:lpstr>Process Modeling</vt:lpstr>
      <vt:lpstr>Visualizations</vt:lpstr>
      <vt:lpstr>Visualizations</vt:lpstr>
      <vt:lpstr>Visualizations</vt:lpstr>
      <vt:lpstr>Visualizations</vt:lpstr>
      <vt:lpstr>Basic Visualizations</vt:lpstr>
      <vt:lpstr>Basic Visualizations</vt:lpstr>
      <vt:lpstr>Dashboards</vt:lpstr>
      <vt:lpstr>Dashboards</vt:lpstr>
      <vt:lpstr>System Design</vt:lpstr>
      <vt:lpstr>System Design</vt:lpstr>
      <vt:lpstr>System Design</vt:lpstr>
      <vt:lpstr>System Design</vt:lpstr>
      <vt:lpstr>System Design</vt:lpstr>
      <vt:lpstr>Database Design</vt:lpstr>
      <vt:lpstr>Database Design</vt:lpstr>
      <vt:lpstr>Database Design</vt:lpstr>
      <vt:lpstr>Test Planning and Case Design Using TDD and BDD</vt:lpstr>
      <vt:lpstr>Test Planning and Case Design Using TDD and BDD </vt:lpstr>
      <vt:lpstr>CI/CD Workflow and Monitoring Plan</vt:lpstr>
      <vt:lpstr>CI/CD Workflow and Monitoring Plan</vt:lpstr>
      <vt:lpstr>Findings and Recommendations</vt:lpstr>
      <vt:lpstr>Key Findings</vt:lpstr>
      <vt:lpstr>Key Recommendations</vt:lpstr>
      <vt:lpstr>Conclusion</vt:lpstr>
      <vt:lpstr>Appendix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Use This Template</dc:title>
  <dc:creator>Vaishali Rani</dc:creator>
  <cp:lastModifiedBy>Dennis</cp:lastModifiedBy>
  <cp:revision>419</cp:revision>
  <dcterms:created xsi:type="dcterms:W3CDTF">2025-08-12T09:00:23Z</dcterms:created>
  <dcterms:modified xsi:type="dcterms:W3CDTF">2025-09-05T12:44:15Z</dcterms:modified>
</cp:coreProperties>
</file>