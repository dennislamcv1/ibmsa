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8" r:id="rId2"/>
    <p:sldId id="368" r:id="rId3"/>
    <p:sldId id="369" r:id="rId4"/>
    <p:sldId id="370" r:id="rId5"/>
    <p:sldId id="303" r:id="rId6"/>
    <p:sldId id="343" r:id="rId7"/>
    <p:sldId id="372" r:id="rId8"/>
    <p:sldId id="373" r:id="rId9"/>
    <p:sldId id="374" r:id="rId10"/>
    <p:sldId id="375" r:id="rId11"/>
    <p:sldId id="376" r:id="rId12"/>
    <p:sldId id="377" r:id="rId13"/>
    <p:sldId id="407" r:id="rId14"/>
    <p:sldId id="378" r:id="rId15"/>
    <p:sldId id="379" r:id="rId16"/>
    <p:sldId id="380" r:id="rId17"/>
    <p:sldId id="387" r:id="rId18"/>
    <p:sldId id="381" r:id="rId19"/>
    <p:sldId id="382" r:id="rId20"/>
    <p:sldId id="383" r:id="rId21"/>
    <p:sldId id="384" r:id="rId22"/>
    <p:sldId id="385" r:id="rId23"/>
    <p:sldId id="386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8" r:id="rId38"/>
    <p:sldId id="402" r:id="rId39"/>
    <p:sldId id="403" r:id="rId40"/>
    <p:sldId id="404" r:id="rId41"/>
    <p:sldId id="405" r:id="rId42"/>
    <p:sldId id="406" r:id="rId43"/>
    <p:sldId id="257" r:id="rId44"/>
    <p:sldId id="25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79EE2B-559B-DC2B-4C15-287514012CD8}" name="Vijay Gupta" initials="VG" userId="S::vijayg@skillup.tech::ae923e97-9288-45af-aa7f-91e714269c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1E28"/>
    <a:srgbClr val="00539A"/>
    <a:srgbClr val="491D8B"/>
    <a:srgbClr val="9F1853"/>
    <a:srgbClr val="00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B3C99-197E-4386-A485-86885C8E6242}" v="649" dt="2025-08-17T20:56:24.056"/>
    <p1510:client id="{83AF0383-3602-44C9-9E35-5CF705783EF6}" v="15" dt="2025-08-18T06:53:18.792"/>
    <p1510:client id="{8F02465F-03D0-4A2C-B882-305F32397EDC}" v="160" dt="2025-08-16T21:38:08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Rani" userId="ad350793-3bcb-441e-b319-72f594e89c5d" providerId="ADAL" clId="{2B268D15-A62B-4D4F-AB20-48270D1796EA}"/>
    <pc:docChg chg="modSld modMainMaster">
      <pc:chgData name="Vaishali Rani" userId="ad350793-3bcb-441e-b319-72f594e89c5d" providerId="ADAL" clId="{2B268D15-A62B-4D4F-AB20-48270D1796EA}" dt="2025-08-12T16:57:43.279" v="1" actId="403"/>
      <pc:docMkLst>
        <pc:docMk/>
      </pc:docMkLst>
      <pc:sldChg chg="modSp mod">
        <pc:chgData name="Vaishali Rani" userId="ad350793-3bcb-441e-b319-72f594e89c5d" providerId="ADAL" clId="{2B268D15-A62B-4D4F-AB20-48270D1796EA}" dt="2025-08-12T16:57:43.279" v="1" actId="403"/>
        <pc:sldMkLst>
          <pc:docMk/>
          <pc:sldMk cId="3756981223" sldId="258"/>
        </pc:sldMkLst>
        <pc:spChg chg="mod">
          <ac:chgData name="Vaishali Rani" userId="ad350793-3bcb-441e-b319-72f594e89c5d" providerId="ADAL" clId="{2B268D15-A62B-4D4F-AB20-48270D1796EA}" dt="2025-08-12T16:57:43.279" v="1" actId="403"/>
          <ac:spMkLst>
            <pc:docMk/>
            <pc:sldMk cId="3756981223" sldId="258"/>
            <ac:spMk id="3" creationId="{7B04E27C-C591-24A3-967D-D6775A2BBC02}"/>
          </ac:spMkLst>
        </pc:spChg>
      </pc:sldChg>
      <pc:sldMasterChg chg="modSldLayout">
        <pc:chgData name="Vaishali Rani" userId="ad350793-3bcb-441e-b319-72f594e89c5d" providerId="ADAL" clId="{2B268D15-A62B-4D4F-AB20-48270D1796EA}" dt="2025-08-12T16:57:25.175" v="0" actId="16037"/>
        <pc:sldMasterMkLst>
          <pc:docMk/>
          <pc:sldMasterMk cId="325626033" sldId="2147483648"/>
        </pc:sldMasterMkLst>
        <pc:sldLayoutChg chg="modSp">
          <pc:chgData name="Vaishali Rani" userId="ad350793-3bcb-441e-b319-72f594e89c5d" providerId="ADAL" clId="{2B268D15-A62B-4D4F-AB20-48270D1796EA}" dt="2025-08-12T16:57:25.175" v="0" actId="16037"/>
          <pc:sldLayoutMkLst>
            <pc:docMk/>
            <pc:sldMasterMk cId="325626033" sldId="2147483648"/>
            <pc:sldLayoutMk cId="2377377432" sldId="2147483649"/>
          </pc:sldLayoutMkLst>
          <pc:spChg chg="mod">
            <ac:chgData name="Vaishali Rani" userId="ad350793-3bcb-441e-b319-72f594e89c5d" providerId="ADAL" clId="{2B268D15-A62B-4D4F-AB20-48270D1796EA}" dt="2025-08-12T16:57:25.175" v="0" actId="16037"/>
            <ac:spMkLst>
              <pc:docMk/>
              <pc:sldMasterMk cId="325626033" sldId="2147483648"/>
              <pc:sldLayoutMk cId="2377377432" sldId="2147483649"/>
              <ac:spMk id="12" creationId="{396EF56F-370E-954F-3816-54A9CD8AAB27}"/>
            </ac:spMkLst>
          </pc:spChg>
        </pc:sldLayoutChg>
      </pc:sldMasterChg>
    </pc:docChg>
  </pc:docChgLst>
  <pc:docChgLst>
    <pc:chgData name="Vijay Gupta" userId="Knz0KxKIIY+7Y/xB+6x08enkLGabzg4xfIAcHlb58H4=" providerId="None" clId="Web-{8F02465F-03D0-4A2C-B882-305F32397EDC}"/>
    <pc:docChg chg="addSld modSld">
      <pc:chgData name="Vijay Gupta" userId="Knz0KxKIIY+7Y/xB+6x08enkLGabzg4xfIAcHlb58H4=" providerId="None" clId="Web-{8F02465F-03D0-4A2C-B882-305F32397EDC}" dt="2025-08-16T21:38:08.862" v="161" actId="20577"/>
      <pc:docMkLst>
        <pc:docMk/>
      </pc:docMkLst>
      <pc:sldChg chg="modSp">
        <pc:chgData name="Vijay Gupta" userId="Knz0KxKIIY+7Y/xB+6x08enkLGabzg4xfIAcHlb58H4=" providerId="None" clId="Web-{8F02465F-03D0-4A2C-B882-305F32397EDC}" dt="2025-08-16T21:33:37.357" v="113" actId="20577"/>
        <pc:sldMkLst>
          <pc:docMk/>
          <pc:sldMk cId="1532860888" sldId="257"/>
        </pc:sldMkLst>
        <pc:spChg chg="mod">
          <ac:chgData name="Vijay Gupta" userId="Knz0KxKIIY+7Y/xB+6x08enkLGabzg4xfIAcHlb58H4=" providerId="None" clId="Web-{8F02465F-03D0-4A2C-B882-305F32397EDC}" dt="2025-08-16T21:31:24.480" v="101" actId="20577"/>
          <ac:spMkLst>
            <pc:docMk/>
            <pc:sldMk cId="1532860888" sldId="257"/>
            <ac:spMk id="3" creationId="{D6C25AC1-C670-CA4D-02CE-E1BA22231CBB}"/>
          </ac:spMkLst>
        </pc:spChg>
        <pc:spChg chg="mod">
          <ac:chgData name="Vijay Gupta" userId="Knz0KxKIIY+7Y/xB+6x08enkLGabzg4xfIAcHlb58H4=" providerId="None" clId="Web-{8F02465F-03D0-4A2C-B882-305F32397EDC}" dt="2025-08-16T21:33:37.357" v="113" actId="20577"/>
          <ac:spMkLst>
            <pc:docMk/>
            <pc:sldMk cId="1532860888" sldId="257"/>
            <ac:spMk id="4" creationId="{2F345217-8133-BEB6-5F12-85BB09D10B73}"/>
          </ac:spMkLst>
        </pc:spChg>
      </pc:sldChg>
      <pc:sldChg chg="addSp delSp modSp">
        <pc:chgData name="Vijay Gupta" userId="Knz0KxKIIY+7Y/xB+6x08enkLGabzg4xfIAcHlb58H4=" providerId="None" clId="Web-{8F02465F-03D0-4A2C-B882-305F32397EDC}" dt="2025-08-16T21:34:11.139" v="120"/>
        <pc:sldMkLst>
          <pc:docMk/>
          <pc:sldMk cId="3756981223" sldId="258"/>
        </pc:sldMkLst>
        <pc:spChg chg="add del mod">
          <ac:chgData name="Vijay Gupta" userId="Knz0KxKIIY+7Y/xB+6x08enkLGabzg4xfIAcHlb58H4=" providerId="None" clId="Web-{8F02465F-03D0-4A2C-B882-305F32397EDC}" dt="2025-08-16T21:34:01.639" v="118" actId="20577"/>
          <ac:spMkLst>
            <pc:docMk/>
            <pc:sldMk cId="3756981223" sldId="258"/>
            <ac:spMk id="3" creationId="{7B04E27C-C591-24A3-967D-D6775A2BBC02}"/>
          </ac:spMkLst>
        </pc:spChg>
      </pc:sldChg>
      <pc:sldChg chg="modSp">
        <pc:chgData name="Vijay Gupta" userId="Knz0KxKIIY+7Y/xB+6x08enkLGabzg4xfIAcHlb58H4=" providerId="None" clId="Web-{8F02465F-03D0-4A2C-B882-305F32397EDC}" dt="2025-08-16T21:34:31.015" v="129" actId="20577"/>
        <pc:sldMkLst>
          <pc:docMk/>
          <pc:sldMk cId="473396290" sldId="259"/>
        </pc:sldMkLst>
        <pc:spChg chg="mod">
          <ac:chgData name="Vijay Gupta" userId="Knz0KxKIIY+7Y/xB+6x08enkLGabzg4xfIAcHlb58H4=" providerId="None" clId="Web-{8F02465F-03D0-4A2C-B882-305F32397EDC}" dt="2025-08-16T21:34:31.015" v="129" actId="20577"/>
          <ac:spMkLst>
            <pc:docMk/>
            <pc:sldMk cId="473396290" sldId="259"/>
            <ac:spMk id="3" creationId="{79DC3C78-4448-4D1D-97E7-E642B12828B1}"/>
          </ac:spMkLst>
        </pc:spChg>
      </pc:sldChg>
      <pc:sldChg chg="addSp delSp modSp">
        <pc:chgData name="Vijay Gupta" userId="Knz0KxKIIY+7Y/xB+6x08enkLGabzg4xfIAcHlb58H4=" providerId="None" clId="Web-{8F02465F-03D0-4A2C-B882-305F32397EDC}" dt="2025-08-16T21:35:24.234" v="138" actId="1076"/>
        <pc:sldMkLst>
          <pc:docMk/>
          <pc:sldMk cId="2826685801" sldId="303"/>
        </pc:sldMkLst>
        <pc:spChg chg="mod">
          <ac:chgData name="Vijay Gupta" userId="Knz0KxKIIY+7Y/xB+6x08enkLGabzg4xfIAcHlb58H4=" providerId="None" clId="Web-{8F02465F-03D0-4A2C-B882-305F32397EDC}" dt="2025-08-16T21:35:24.234" v="138" actId="1076"/>
          <ac:spMkLst>
            <pc:docMk/>
            <pc:sldMk cId="2826685801" sldId="303"/>
            <ac:spMk id="2" creationId="{A797E2FD-202A-960A-E4CA-B2534C34ADC9}"/>
          </ac:spMkLst>
        </pc:spChg>
      </pc:sldChg>
      <pc:sldChg chg="modSp">
        <pc:chgData name="Vijay Gupta" userId="Knz0KxKIIY+7Y/xB+6x08enkLGabzg4xfIAcHlb58H4=" providerId="None" clId="Web-{8F02465F-03D0-4A2C-B882-305F32397EDC}" dt="2025-08-16T21:38:08.862" v="161" actId="20577"/>
        <pc:sldMkLst>
          <pc:docMk/>
          <pc:sldMk cId="3377156872" sldId="368"/>
        </pc:sldMkLst>
        <pc:spChg chg="mod">
          <ac:chgData name="Vijay Gupta" userId="Knz0KxKIIY+7Y/xB+6x08enkLGabzg4xfIAcHlb58H4=" providerId="None" clId="Web-{8F02465F-03D0-4A2C-B882-305F32397EDC}" dt="2025-08-16T21:38:08.862" v="161" actId="20577"/>
          <ac:spMkLst>
            <pc:docMk/>
            <pc:sldMk cId="3377156872" sldId="368"/>
            <ac:spMk id="3" creationId="{FE35D305-1814-B28B-73A0-AF88EC3D4589}"/>
          </ac:spMkLst>
        </pc:spChg>
      </pc:sldChg>
      <pc:sldChg chg="modSp">
        <pc:chgData name="Vijay Gupta" userId="Knz0KxKIIY+7Y/xB+6x08enkLGabzg4xfIAcHlb58H4=" providerId="None" clId="Web-{8F02465F-03D0-4A2C-B882-305F32397EDC}" dt="2025-08-16T21:35:04.328" v="135" actId="20577"/>
        <pc:sldMkLst>
          <pc:docMk/>
          <pc:sldMk cId="3057944921" sldId="369"/>
        </pc:sldMkLst>
        <pc:spChg chg="mod">
          <ac:chgData name="Vijay Gupta" userId="Knz0KxKIIY+7Y/xB+6x08enkLGabzg4xfIAcHlb58H4=" providerId="None" clId="Web-{8F02465F-03D0-4A2C-B882-305F32397EDC}" dt="2025-08-16T21:35:04.328" v="135" actId="20577"/>
          <ac:spMkLst>
            <pc:docMk/>
            <pc:sldMk cId="3057944921" sldId="369"/>
            <ac:spMk id="3" creationId="{A2228A40-6553-3659-03A7-738C440F8B8A}"/>
          </ac:spMkLst>
        </pc:spChg>
      </pc:sldChg>
      <pc:sldChg chg="addSp delSp modSp">
        <pc:chgData name="Vijay Gupta" userId="Knz0KxKIIY+7Y/xB+6x08enkLGabzg4xfIAcHlb58H4=" providerId="None" clId="Web-{8F02465F-03D0-4A2C-B882-305F32397EDC}" dt="2025-08-16T21:35:52.735" v="141" actId="1076"/>
        <pc:sldMkLst>
          <pc:docMk/>
          <pc:sldMk cId="2555747456" sldId="402"/>
        </pc:sldMkLst>
        <pc:spChg chg="mod">
          <ac:chgData name="Vijay Gupta" userId="Knz0KxKIIY+7Y/xB+6x08enkLGabzg4xfIAcHlb58H4=" providerId="None" clId="Web-{8F02465F-03D0-4A2C-B882-305F32397EDC}" dt="2025-08-16T21:35:52.735" v="141" actId="1076"/>
          <ac:spMkLst>
            <pc:docMk/>
            <pc:sldMk cId="2555747456" sldId="402"/>
            <ac:spMk id="3" creationId="{9E121CC5-F122-52A3-03A7-4C0CBFE2B73B}"/>
          </ac:spMkLst>
        </pc:spChg>
      </pc:sldChg>
      <pc:sldChg chg="modSp add replId">
        <pc:chgData name="Vijay Gupta" userId="Knz0KxKIIY+7Y/xB+6x08enkLGabzg4xfIAcHlb58H4=" providerId="None" clId="Web-{8F02465F-03D0-4A2C-B882-305F32397EDC}" dt="2025-08-16T21:37:30.252" v="160" actId="20577"/>
        <pc:sldMkLst>
          <pc:docMk/>
          <pc:sldMk cId="4262656106" sldId="406"/>
        </pc:sldMkLst>
        <pc:spChg chg="mod">
          <ac:chgData name="Vijay Gupta" userId="Knz0KxKIIY+7Y/xB+6x08enkLGabzg4xfIAcHlb58H4=" providerId="None" clId="Web-{8F02465F-03D0-4A2C-B882-305F32397EDC}" dt="2025-08-16T21:36:08.063" v="148" actId="20577"/>
          <ac:spMkLst>
            <pc:docMk/>
            <pc:sldMk cId="4262656106" sldId="406"/>
            <ac:spMk id="4" creationId="{261B0814-4448-D6CB-E142-6E930B0C5040}"/>
          </ac:spMkLst>
        </pc:spChg>
        <pc:spChg chg="mod">
          <ac:chgData name="Vijay Gupta" userId="Knz0KxKIIY+7Y/xB+6x08enkLGabzg4xfIAcHlb58H4=" providerId="None" clId="Web-{8F02465F-03D0-4A2C-B882-305F32397EDC}" dt="2025-08-16T21:37:30.252" v="160" actId="20577"/>
          <ac:spMkLst>
            <pc:docMk/>
            <pc:sldMk cId="4262656106" sldId="406"/>
            <ac:spMk id="8" creationId="{63448522-74BF-A288-EB52-149299CDAF3A}"/>
          </ac:spMkLst>
        </pc:spChg>
      </pc:sldChg>
    </pc:docChg>
  </pc:docChgLst>
  <pc:docChgLst>
    <pc:chgData name="Vijay Gupta" userId="Knz0KxKIIY+7Y/xB+6x08enkLGabzg4xfIAcHlb58H4=" providerId="None" clId="Web-{AA5A7E49-6B9C-447B-BEAC-E7A4F22BE52F}"/>
    <pc:docChg chg="modSld">
      <pc:chgData name="Vijay Gupta" userId="Knz0KxKIIY+7Y/xB+6x08enkLGabzg4xfIAcHlb58H4=" providerId="None" clId="Web-{AA5A7E49-6B9C-447B-BEAC-E7A4F22BE52F}" dt="2025-08-13T05:54:27.036" v="2"/>
      <pc:docMkLst>
        <pc:docMk/>
      </pc:docMkLst>
      <pc:sldChg chg="modSp">
        <pc:chgData name="Vijay Gupta" userId="Knz0KxKIIY+7Y/xB+6x08enkLGabzg4xfIAcHlb58H4=" providerId="None" clId="Web-{AA5A7E49-6B9C-447B-BEAC-E7A4F22BE52F}" dt="2025-08-13T05:54:27.036" v="2"/>
        <pc:sldMkLst>
          <pc:docMk/>
          <pc:sldMk cId="3756981223" sldId="258"/>
        </pc:sldMkLst>
        <pc:spChg chg="mod">
          <ac:chgData name="Vijay Gupta" userId="Knz0KxKIIY+7Y/xB+6x08enkLGabzg4xfIAcHlb58H4=" providerId="None" clId="Web-{AA5A7E49-6B9C-447B-BEAC-E7A4F22BE52F}" dt="2025-08-13T05:54:27.036" v="2"/>
          <ac:spMkLst>
            <pc:docMk/>
            <pc:sldMk cId="3756981223" sldId="258"/>
            <ac:spMk id="3" creationId="{7B04E27C-C591-24A3-967D-D6775A2BBC02}"/>
          </ac:spMkLst>
        </pc:spChg>
      </pc:sldChg>
    </pc:docChg>
  </pc:docChgLst>
  <pc:docChgLst>
    <pc:chgData name="Vijay Gupta" userId="Knz0KxKIIY+7Y/xB+6x08enkLGabzg4xfIAcHlb58H4=" providerId="None" clId="Web-{732EEB9F-A793-4BCD-96ED-9B94F62AF1AB}"/>
    <pc:docChg chg="modSld">
      <pc:chgData name="Vijay Gupta" userId="Knz0KxKIIY+7Y/xB+6x08enkLGabzg4xfIAcHlb58H4=" providerId="None" clId="Web-{732EEB9F-A793-4BCD-96ED-9B94F62AF1AB}" dt="2025-08-14T08:16:27.058" v="185" actId="20577"/>
      <pc:docMkLst>
        <pc:docMk/>
      </pc:docMkLst>
      <pc:sldChg chg="modSp">
        <pc:chgData name="Vijay Gupta" userId="Knz0KxKIIY+7Y/xB+6x08enkLGabzg4xfIAcHlb58H4=" providerId="None" clId="Web-{732EEB9F-A793-4BCD-96ED-9B94F62AF1AB}" dt="2025-08-14T08:16:27.058" v="185" actId="20577"/>
        <pc:sldMkLst>
          <pc:docMk/>
          <pc:sldMk cId="473396290" sldId="259"/>
        </pc:sldMkLst>
        <pc:spChg chg="mod">
          <ac:chgData name="Vijay Gupta" userId="Knz0KxKIIY+7Y/xB+6x08enkLGabzg4xfIAcHlb58H4=" providerId="None" clId="Web-{732EEB9F-A793-4BCD-96ED-9B94F62AF1AB}" dt="2025-08-14T08:16:27.058" v="185" actId="20577"/>
          <ac:spMkLst>
            <pc:docMk/>
            <pc:sldMk cId="473396290" sldId="259"/>
            <ac:spMk id="3" creationId="{79DC3C78-4448-4D1D-97E7-E642B12828B1}"/>
          </ac:spMkLst>
        </pc:spChg>
      </pc:sldChg>
    </pc:docChg>
  </pc:docChgLst>
  <pc:docChgLst>
    <pc:chgData name="Vijay Gupta" userId="Knz0KxKIIY+7Y/xB+6x08enkLGabzg4xfIAcHlb58H4=" providerId="None" clId="Web-{B680E391-A393-400F-A475-7444E19CA6E3}"/>
    <pc:docChg chg="modSld">
      <pc:chgData name="Vijay Gupta" userId="Knz0KxKIIY+7Y/xB+6x08enkLGabzg4xfIAcHlb58H4=" providerId="None" clId="Web-{B680E391-A393-400F-A475-7444E19CA6E3}" dt="2025-08-13T09:08:16.856" v="1" actId="20577"/>
      <pc:docMkLst>
        <pc:docMk/>
      </pc:docMkLst>
      <pc:sldChg chg="modSp">
        <pc:chgData name="Vijay Gupta" userId="Knz0KxKIIY+7Y/xB+6x08enkLGabzg4xfIAcHlb58H4=" providerId="None" clId="Web-{B680E391-A393-400F-A475-7444E19CA6E3}" dt="2025-08-13T09:08:16.856" v="1" actId="20577"/>
        <pc:sldMkLst>
          <pc:docMk/>
          <pc:sldMk cId="3684025570" sldId="370"/>
        </pc:sldMkLst>
        <pc:spChg chg="mod">
          <ac:chgData name="Vijay Gupta" userId="Knz0KxKIIY+7Y/xB+6x08enkLGabzg4xfIAcHlb58H4=" providerId="None" clId="Web-{B680E391-A393-400F-A475-7444E19CA6E3}" dt="2025-08-13T09:08:16.856" v="1" actId="20577"/>
          <ac:spMkLst>
            <pc:docMk/>
            <pc:sldMk cId="3684025570" sldId="370"/>
            <ac:spMk id="2" creationId="{61D67553-26A5-5154-779D-68121ACA07A7}"/>
          </ac:spMkLst>
        </pc:spChg>
      </pc:sldChg>
    </pc:docChg>
  </pc:docChgLst>
  <pc:docChgLst>
    <pc:chgData name="Vijay Gupta" userId="Knz0KxKIIY+7Y/xB+6x08enkLGabzg4xfIAcHlb58H4=" providerId="None" clId="Web-{83AF0383-3602-44C9-9E35-5CF705783EF6}"/>
    <pc:docChg chg="modSld">
      <pc:chgData name="Vijay Gupta" userId="Knz0KxKIIY+7Y/xB+6x08enkLGabzg4xfIAcHlb58H4=" providerId="None" clId="Web-{83AF0383-3602-44C9-9E35-5CF705783EF6}" dt="2025-08-18T06:53:18.792" v="9" actId="20577"/>
      <pc:docMkLst>
        <pc:docMk/>
      </pc:docMkLst>
      <pc:sldChg chg="modSp">
        <pc:chgData name="Vijay Gupta" userId="Knz0KxKIIY+7Y/xB+6x08enkLGabzg4xfIAcHlb58H4=" providerId="None" clId="Web-{83AF0383-3602-44C9-9E35-5CF705783EF6}" dt="2025-08-18T06:28:08.048" v="4" actId="20577"/>
        <pc:sldMkLst>
          <pc:docMk/>
          <pc:sldMk cId="1532860888" sldId="257"/>
        </pc:sldMkLst>
        <pc:spChg chg="mod">
          <ac:chgData name="Vijay Gupta" userId="Knz0KxKIIY+7Y/xB+6x08enkLGabzg4xfIAcHlb58H4=" providerId="None" clId="Web-{83AF0383-3602-44C9-9E35-5CF705783EF6}" dt="2025-08-18T06:27:39.251" v="0" actId="20577"/>
          <ac:spMkLst>
            <pc:docMk/>
            <pc:sldMk cId="1532860888" sldId="257"/>
            <ac:spMk id="3" creationId="{D6C25AC1-C670-CA4D-02CE-E1BA22231CBB}"/>
          </ac:spMkLst>
        </pc:spChg>
        <pc:spChg chg="mod">
          <ac:chgData name="Vijay Gupta" userId="Knz0KxKIIY+7Y/xB+6x08enkLGabzg4xfIAcHlb58H4=" providerId="None" clId="Web-{83AF0383-3602-44C9-9E35-5CF705783EF6}" dt="2025-08-18T06:28:08.048" v="4" actId="20577"/>
          <ac:spMkLst>
            <pc:docMk/>
            <pc:sldMk cId="1532860888" sldId="257"/>
            <ac:spMk id="4" creationId="{2F345217-8133-BEB6-5F12-85BB09D10B73}"/>
          </ac:spMkLst>
        </pc:spChg>
      </pc:sldChg>
      <pc:sldChg chg="modSp">
        <pc:chgData name="Vijay Gupta" userId="Knz0KxKIIY+7Y/xB+6x08enkLGabzg4xfIAcHlb58H4=" providerId="None" clId="Web-{83AF0383-3602-44C9-9E35-5CF705783EF6}" dt="2025-08-18T06:53:18.792" v="9" actId="20577"/>
        <pc:sldMkLst>
          <pc:docMk/>
          <pc:sldMk cId="649812310" sldId="372"/>
        </pc:sldMkLst>
        <pc:spChg chg="mod">
          <ac:chgData name="Vijay Gupta" userId="Knz0KxKIIY+7Y/xB+6x08enkLGabzg4xfIAcHlb58H4=" providerId="None" clId="Web-{83AF0383-3602-44C9-9E35-5CF705783EF6}" dt="2025-08-18T06:53:18.792" v="9" actId="20577"/>
          <ac:spMkLst>
            <pc:docMk/>
            <pc:sldMk cId="649812310" sldId="372"/>
            <ac:spMk id="8" creationId="{25B78938-8947-ED6F-BD84-6B7BC1589E42}"/>
          </ac:spMkLst>
        </pc:spChg>
      </pc:sldChg>
    </pc:docChg>
  </pc:docChgLst>
  <pc:docChgLst>
    <pc:chgData name="Vijay Gupta" userId="Knz0KxKIIY+7Y/xB+6x08enkLGabzg4xfIAcHlb58H4=" providerId="None" clId="Web-{715B3C99-197E-4386-A485-86885C8E6242}"/>
    <pc:docChg chg="addSld delSld modSld">
      <pc:chgData name="Vijay Gupta" userId="Knz0KxKIIY+7Y/xB+6x08enkLGabzg4xfIAcHlb58H4=" providerId="None" clId="Web-{715B3C99-197E-4386-A485-86885C8E6242}" dt="2025-08-17T20:56:24.056" v="594" actId="20577"/>
      <pc:docMkLst>
        <pc:docMk/>
      </pc:docMkLst>
      <pc:sldChg chg="modSp">
        <pc:chgData name="Vijay Gupta" userId="Knz0KxKIIY+7Y/xB+6x08enkLGabzg4xfIAcHlb58H4=" providerId="None" clId="Web-{715B3C99-197E-4386-A485-86885C8E6242}" dt="2025-08-17T20:05:14.426" v="147" actId="20577"/>
        <pc:sldMkLst>
          <pc:docMk/>
          <pc:sldMk cId="1532860888" sldId="257"/>
        </pc:sldMkLst>
        <pc:spChg chg="mod">
          <ac:chgData name="Vijay Gupta" userId="Knz0KxKIIY+7Y/xB+6x08enkLGabzg4xfIAcHlb58H4=" providerId="None" clId="Web-{715B3C99-197E-4386-A485-86885C8E6242}" dt="2025-08-17T20:05:14.426" v="147" actId="20577"/>
          <ac:spMkLst>
            <pc:docMk/>
            <pc:sldMk cId="1532860888" sldId="257"/>
            <ac:spMk id="4" creationId="{2F345217-8133-BEB6-5F12-85BB09D10B73}"/>
          </ac:spMkLst>
        </pc:spChg>
      </pc:sldChg>
      <pc:sldChg chg="modSp">
        <pc:chgData name="Vijay Gupta" userId="Knz0KxKIIY+7Y/xB+6x08enkLGabzg4xfIAcHlb58H4=" providerId="None" clId="Web-{715B3C99-197E-4386-A485-86885C8E6242}" dt="2025-08-17T20:07:17.927" v="174" actId="20577"/>
        <pc:sldMkLst>
          <pc:docMk/>
          <pc:sldMk cId="2746002738" sldId="343"/>
        </pc:sldMkLst>
        <pc:spChg chg="mod">
          <ac:chgData name="Vijay Gupta" userId="Knz0KxKIIY+7Y/xB+6x08enkLGabzg4xfIAcHlb58H4=" providerId="None" clId="Web-{715B3C99-197E-4386-A485-86885C8E6242}" dt="2025-08-17T20:07:17.927" v="174" actId="20577"/>
          <ac:spMkLst>
            <pc:docMk/>
            <pc:sldMk cId="2746002738" sldId="343"/>
            <ac:spMk id="8" creationId="{A8BE4308-1D98-CDF3-3F22-9CE0B8C58C6F}"/>
          </ac:spMkLst>
        </pc:spChg>
      </pc:sldChg>
      <pc:sldChg chg="modSp">
        <pc:chgData name="Vijay Gupta" userId="Knz0KxKIIY+7Y/xB+6x08enkLGabzg4xfIAcHlb58H4=" providerId="None" clId="Web-{715B3C99-197E-4386-A485-86885C8E6242}" dt="2025-08-17T20:06:46.193" v="164" actId="20577"/>
        <pc:sldMkLst>
          <pc:docMk/>
          <pc:sldMk cId="3377156872" sldId="368"/>
        </pc:sldMkLst>
        <pc:spChg chg="mod">
          <ac:chgData name="Vijay Gupta" userId="Knz0KxKIIY+7Y/xB+6x08enkLGabzg4xfIAcHlb58H4=" providerId="None" clId="Web-{715B3C99-197E-4386-A485-86885C8E6242}" dt="2025-08-17T20:06:46.193" v="164" actId="20577"/>
          <ac:spMkLst>
            <pc:docMk/>
            <pc:sldMk cId="3377156872" sldId="368"/>
            <ac:spMk id="3" creationId="{FE35D305-1814-B28B-73A0-AF88EC3D4589}"/>
          </ac:spMkLst>
        </pc:spChg>
      </pc:sldChg>
      <pc:sldChg chg="modSp">
        <pc:chgData name="Vijay Gupta" userId="Knz0KxKIIY+7Y/xB+6x08enkLGabzg4xfIAcHlb58H4=" providerId="None" clId="Web-{715B3C99-197E-4386-A485-86885C8E6242}" dt="2025-08-17T20:06:47.630" v="168" actId="20577"/>
        <pc:sldMkLst>
          <pc:docMk/>
          <pc:sldMk cId="3057944921" sldId="369"/>
        </pc:sldMkLst>
        <pc:spChg chg="mod">
          <ac:chgData name="Vijay Gupta" userId="Knz0KxKIIY+7Y/xB+6x08enkLGabzg4xfIAcHlb58H4=" providerId="None" clId="Web-{715B3C99-197E-4386-A485-86885C8E6242}" dt="2025-08-17T20:06:47.630" v="168" actId="20577"/>
          <ac:spMkLst>
            <pc:docMk/>
            <pc:sldMk cId="3057944921" sldId="369"/>
            <ac:spMk id="3" creationId="{A2228A40-6553-3659-03A7-738C440F8B8A}"/>
          </ac:spMkLst>
        </pc:spChg>
      </pc:sldChg>
      <pc:sldChg chg="modSp">
        <pc:chgData name="Vijay Gupta" userId="Knz0KxKIIY+7Y/xB+6x08enkLGabzg4xfIAcHlb58H4=" providerId="None" clId="Web-{715B3C99-197E-4386-A485-86885C8E6242}" dt="2025-08-17T20:07:03.771" v="171" actId="20577"/>
        <pc:sldMkLst>
          <pc:docMk/>
          <pc:sldMk cId="3684025570" sldId="370"/>
        </pc:sldMkLst>
        <pc:spChg chg="mod">
          <ac:chgData name="Vijay Gupta" userId="Knz0KxKIIY+7Y/xB+6x08enkLGabzg4xfIAcHlb58H4=" providerId="None" clId="Web-{715B3C99-197E-4386-A485-86885C8E6242}" dt="2025-08-17T20:07:03.771" v="171" actId="20577"/>
          <ac:spMkLst>
            <pc:docMk/>
            <pc:sldMk cId="3684025570" sldId="370"/>
            <ac:spMk id="3" creationId="{CD487492-1EC2-9E7C-EB0D-D407742FA862}"/>
          </ac:spMkLst>
        </pc:spChg>
      </pc:sldChg>
      <pc:sldChg chg="modSp">
        <pc:chgData name="Vijay Gupta" userId="Knz0KxKIIY+7Y/xB+6x08enkLGabzg4xfIAcHlb58H4=" providerId="None" clId="Web-{715B3C99-197E-4386-A485-86885C8E6242}" dt="2025-08-17T20:07:28.833" v="175" actId="20577"/>
        <pc:sldMkLst>
          <pc:docMk/>
          <pc:sldMk cId="649812310" sldId="372"/>
        </pc:sldMkLst>
        <pc:spChg chg="mod">
          <ac:chgData name="Vijay Gupta" userId="Knz0KxKIIY+7Y/xB+6x08enkLGabzg4xfIAcHlb58H4=" providerId="None" clId="Web-{715B3C99-197E-4386-A485-86885C8E6242}" dt="2025-08-17T20:07:28.833" v="175" actId="20577"/>
          <ac:spMkLst>
            <pc:docMk/>
            <pc:sldMk cId="649812310" sldId="372"/>
            <ac:spMk id="8" creationId="{25B78938-8947-ED6F-BD84-6B7BC1589E42}"/>
          </ac:spMkLst>
        </pc:spChg>
      </pc:sldChg>
      <pc:sldChg chg="modSp">
        <pc:chgData name="Vijay Gupta" userId="Knz0KxKIIY+7Y/xB+6x08enkLGabzg4xfIAcHlb58H4=" providerId="None" clId="Web-{715B3C99-197E-4386-A485-86885C8E6242}" dt="2025-08-17T20:08:06.068" v="181" actId="20577"/>
        <pc:sldMkLst>
          <pc:docMk/>
          <pc:sldMk cId="1264807580" sldId="373"/>
        </pc:sldMkLst>
        <pc:spChg chg="mod">
          <ac:chgData name="Vijay Gupta" userId="Knz0KxKIIY+7Y/xB+6x08enkLGabzg4xfIAcHlb58H4=" providerId="None" clId="Web-{715B3C99-197E-4386-A485-86885C8E6242}" dt="2025-08-17T20:08:06.068" v="181" actId="20577"/>
          <ac:spMkLst>
            <pc:docMk/>
            <pc:sldMk cId="1264807580" sldId="373"/>
            <ac:spMk id="8" creationId="{F3A1BE54-E011-A20C-CE51-1D9F007CF5C5}"/>
          </ac:spMkLst>
        </pc:spChg>
      </pc:sldChg>
      <pc:sldChg chg="modSp">
        <pc:chgData name="Vijay Gupta" userId="Knz0KxKIIY+7Y/xB+6x08enkLGabzg4xfIAcHlb58H4=" providerId="None" clId="Web-{715B3C99-197E-4386-A485-86885C8E6242}" dt="2025-08-17T20:08:55.240" v="192" actId="20577"/>
        <pc:sldMkLst>
          <pc:docMk/>
          <pc:sldMk cId="107192024" sldId="374"/>
        </pc:sldMkLst>
        <pc:spChg chg="mod">
          <ac:chgData name="Vijay Gupta" userId="Knz0KxKIIY+7Y/xB+6x08enkLGabzg4xfIAcHlb58H4=" providerId="None" clId="Web-{715B3C99-197E-4386-A485-86885C8E6242}" dt="2025-08-17T20:08:55.240" v="192" actId="20577"/>
          <ac:spMkLst>
            <pc:docMk/>
            <pc:sldMk cId="107192024" sldId="374"/>
            <ac:spMk id="8" creationId="{1C371C2C-9AFA-178C-34D1-0C089CE7C789}"/>
          </ac:spMkLst>
        </pc:spChg>
      </pc:sldChg>
      <pc:sldChg chg="modSp">
        <pc:chgData name="Vijay Gupta" userId="Knz0KxKIIY+7Y/xB+6x08enkLGabzg4xfIAcHlb58H4=" providerId="None" clId="Web-{715B3C99-197E-4386-A485-86885C8E6242}" dt="2025-08-17T20:10:23.991" v="198" actId="20577"/>
        <pc:sldMkLst>
          <pc:docMk/>
          <pc:sldMk cId="3077946937" sldId="375"/>
        </pc:sldMkLst>
        <pc:spChg chg="mod">
          <ac:chgData name="Vijay Gupta" userId="Knz0KxKIIY+7Y/xB+6x08enkLGabzg4xfIAcHlb58H4=" providerId="None" clId="Web-{715B3C99-197E-4386-A485-86885C8E6242}" dt="2025-08-17T20:10:23.991" v="198" actId="20577"/>
          <ac:spMkLst>
            <pc:docMk/>
            <pc:sldMk cId="3077946937" sldId="375"/>
            <ac:spMk id="8" creationId="{AE6DA914-A2CC-478F-879B-0390CE6488F4}"/>
          </ac:spMkLst>
        </pc:spChg>
      </pc:sldChg>
      <pc:sldChg chg="modSp">
        <pc:chgData name="Vijay Gupta" userId="Knz0KxKIIY+7Y/xB+6x08enkLGabzg4xfIAcHlb58H4=" providerId="None" clId="Web-{715B3C99-197E-4386-A485-86885C8E6242}" dt="2025-08-17T20:10:56.991" v="204" actId="20577"/>
        <pc:sldMkLst>
          <pc:docMk/>
          <pc:sldMk cId="763343921" sldId="376"/>
        </pc:sldMkLst>
        <pc:spChg chg="mod">
          <ac:chgData name="Vijay Gupta" userId="Knz0KxKIIY+7Y/xB+6x08enkLGabzg4xfIAcHlb58H4=" providerId="None" clId="Web-{715B3C99-197E-4386-A485-86885C8E6242}" dt="2025-08-17T20:10:56.991" v="204" actId="20577"/>
          <ac:spMkLst>
            <pc:docMk/>
            <pc:sldMk cId="763343921" sldId="376"/>
            <ac:spMk id="8" creationId="{C12E9D48-7404-B389-7D8A-3A5774B90994}"/>
          </ac:spMkLst>
        </pc:spChg>
      </pc:sldChg>
      <pc:sldChg chg="modSp">
        <pc:chgData name="Vijay Gupta" userId="Knz0KxKIIY+7Y/xB+6x08enkLGabzg4xfIAcHlb58H4=" providerId="None" clId="Web-{715B3C99-197E-4386-A485-86885C8E6242}" dt="2025-08-17T20:11:45.507" v="213" actId="20577"/>
        <pc:sldMkLst>
          <pc:docMk/>
          <pc:sldMk cId="2270252916" sldId="377"/>
        </pc:sldMkLst>
        <pc:spChg chg="mod">
          <ac:chgData name="Vijay Gupta" userId="Knz0KxKIIY+7Y/xB+6x08enkLGabzg4xfIAcHlb58H4=" providerId="None" clId="Web-{715B3C99-197E-4386-A485-86885C8E6242}" dt="2025-08-17T20:11:45.507" v="213" actId="20577"/>
          <ac:spMkLst>
            <pc:docMk/>
            <pc:sldMk cId="2270252916" sldId="377"/>
            <ac:spMk id="8" creationId="{BDBAF68E-7DF9-0CAA-8CA8-9B3288B3C2C3}"/>
          </ac:spMkLst>
        </pc:spChg>
      </pc:sldChg>
      <pc:sldChg chg="modSp">
        <pc:chgData name="Vijay Gupta" userId="Knz0KxKIIY+7Y/xB+6x08enkLGabzg4xfIAcHlb58H4=" providerId="None" clId="Web-{715B3C99-197E-4386-A485-86885C8E6242}" dt="2025-08-17T20:14:12.493" v="227" actId="20577"/>
        <pc:sldMkLst>
          <pc:docMk/>
          <pc:sldMk cId="834507578" sldId="378"/>
        </pc:sldMkLst>
        <pc:spChg chg="mod">
          <ac:chgData name="Vijay Gupta" userId="Knz0KxKIIY+7Y/xB+6x08enkLGabzg4xfIAcHlb58H4=" providerId="None" clId="Web-{715B3C99-197E-4386-A485-86885C8E6242}" dt="2025-08-17T20:14:12.493" v="227" actId="20577"/>
          <ac:spMkLst>
            <pc:docMk/>
            <pc:sldMk cId="834507578" sldId="378"/>
            <ac:spMk id="8" creationId="{33B50135-4B3C-1F31-9594-890C0102F91C}"/>
          </ac:spMkLst>
        </pc:spChg>
      </pc:sldChg>
      <pc:sldChg chg="modSp">
        <pc:chgData name="Vijay Gupta" userId="Knz0KxKIIY+7Y/xB+6x08enkLGabzg4xfIAcHlb58H4=" providerId="None" clId="Web-{715B3C99-197E-4386-A485-86885C8E6242}" dt="2025-08-17T20:14:51.181" v="233" actId="20577"/>
        <pc:sldMkLst>
          <pc:docMk/>
          <pc:sldMk cId="180998137" sldId="379"/>
        </pc:sldMkLst>
        <pc:spChg chg="mod">
          <ac:chgData name="Vijay Gupta" userId="Knz0KxKIIY+7Y/xB+6x08enkLGabzg4xfIAcHlb58H4=" providerId="None" clId="Web-{715B3C99-197E-4386-A485-86885C8E6242}" dt="2025-08-17T20:14:51.181" v="233" actId="20577"/>
          <ac:spMkLst>
            <pc:docMk/>
            <pc:sldMk cId="180998137" sldId="379"/>
            <ac:spMk id="8" creationId="{60CB1FF5-FBC0-D6B7-0DAA-BD6FE1419F58}"/>
          </ac:spMkLst>
        </pc:spChg>
      </pc:sldChg>
      <pc:sldChg chg="modSp">
        <pc:chgData name="Vijay Gupta" userId="Knz0KxKIIY+7Y/xB+6x08enkLGabzg4xfIAcHlb58H4=" providerId="None" clId="Web-{715B3C99-197E-4386-A485-86885C8E6242}" dt="2025-08-17T20:15:47.900" v="239" actId="20577"/>
        <pc:sldMkLst>
          <pc:docMk/>
          <pc:sldMk cId="4223604304" sldId="380"/>
        </pc:sldMkLst>
        <pc:spChg chg="mod">
          <ac:chgData name="Vijay Gupta" userId="Knz0KxKIIY+7Y/xB+6x08enkLGabzg4xfIAcHlb58H4=" providerId="None" clId="Web-{715B3C99-197E-4386-A485-86885C8E6242}" dt="2025-08-17T20:15:47.900" v="239" actId="20577"/>
          <ac:spMkLst>
            <pc:docMk/>
            <pc:sldMk cId="4223604304" sldId="380"/>
            <ac:spMk id="8" creationId="{5461BD33-D8F8-4077-88C1-4380676CC1BC}"/>
          </ac:spMkLst>
        </pc:spChg>
      </pc:sldChg>
      <pc:sldChg chg="modSp">
        <pc:chgData name="Vijay Gupta" userId="Knz0KxKIIY+7Y/xB+6x08enkLGabzg4xfIAcHlb58H4=" providerId="None" clId="Web-{715B3C99-197E-4386-A485-86885C8E6242}" dt="2025-08-17T20:18:51.980" v="271" actId="20577"/>
        <pc:sldMkLst>
          <pc:docMk/>
          <pc:sldMk cId="600071485" sldId="381"/>
        </pc:sldMkLst>
        <pc:spChg chg="mod">
          <ac:chgData name="Vijay Gupta" userId="Knz0KxKIIY+7Y/xB+6x08enkLGabzg4xfIAcHlb58H4=" providerId="None" clId="Web-{715B3C99-197E-4386-A485-86885C8E6242}" dt="2025-08-17T20:18:51.980" v="271" actId="20577"/>
          <ac:spMkLst>
            <pc:docMk/>
            <pc:sldMk cId="600071485" sldId="381"/>
            <ac:spMk id="4" creationId="{9F0778EA-714F-0E6B-21E5-42866D8271BA}"/>
          </ac:spMkLst>
        </pc:spChg>
        <pc:spChg chg="mod">
          <ac:chgData name="Vijay Gupta" userId="Knz0KxKIIY+7Y/xB+6x08enkLGabzg4xfIAcHlb58H4=" providerId="None" clId="Web-{715B3C99-197E-4386-A485-86885C8E6242}" dt="2025-08-17T20:18:16.198" v="260" actId="20577"/>
          <ac:spMkLst>
            <pc:docMk/>
            <pc:sldMk cId="600071485" sldId="381"/>
            <ac:spMk id="8" creationId="{5DB30CA7-C0DA-FCB6-EB08-D6DF5AE32631}"/>
          </ac:spMkLst>
        </pc:spChg>
      </pc:sldChg>
      <pc:sldChg chg="modSp">
        <pc:chgData name="Vijay Gupta" userId="Knz0KxKIIY+7Y/xB+6x08enkLGabzg4xfIAcHlb58H4=" providerId="None" clId="Web-{715B3C99-197E-4386-A485-86885C8E6242}" dt="2025-08-17T20:19:22.449" v="277" actId="20577"/>
        <pc:sldMkLst>
          <pc:docMk/>
          <pc:sldMk cId="2303758082" sldId="382"/>
        </pc:sldMkLst>
        <pc:spChg chg="mod">
          <ac:chgData name="Vijay Gupta" userId="Knz0KxKIIY+7Y/xB+6x08enkLGabzg4xfIAcHlb58H4=" providerId="None" clId="Web-{715B3C99-197E-4386-A485-86885C8E6242}" dt="2025-08-17T20:18:46.339" v="270" actId="20577"/>
          <ac:spMkLst>
            <pc:docMk/>
            <pc:sldMk cId="2303758082" sldId="382"/>
            <ac:spMk id="4" creationId="{4A753E57-B999-36AC-A030-01A2E799EC22}"/>
          </ac:spMkLst>
        </pc:spChg>
        <pc:spChg chg="mod">
          <ac:chgData name="Vijay Gupta" userId="Knz0KxKIIY+7Y/xB+6x08enkLGabzg4xfIAcHlb58H4=" providerId="None" clId="Web-{715B3C99-197E-4386-A485-86885C8E6242}" dt="2025-08-17T20:19:22.449" v="277" actId="20577"/>
          <ac:spMkLst>
            <pc:docMk/>
            <pc:sldMk cId="2303758082" sldId="382"/>
            <ac:spMk id="8" creationId="{5F2E1F99-3D94-20DA-E5CD-9E383A187A12}"/>
          </ac:spMkLst>
        </pc:spChg>
      </pc:sldChg>
      <pc:sldChg chg="modSp">
        <pc:chgData name="Vijay Gupta" userId="Knz0KxKIIY+7Y/xB+6x08enkLGabzg4xfIAcHlb58H4=" providerId="None" clId="Web-{715B3C99-197E-4386-A485-86885C8E6242}" dt="2025-08-17T20:20:15.762" v="298" actId="20577"/>
        <pc:sldMkLst>
          <pc:docMk/>
          <pc:sldMk cId="331697403" sldId="383"/>
        </pc:sldMkLst>
        <pc:spChg chg="mod">
          <ac:chgData name="Vijay Gupta" userId="Knz0KxKIIY+7Y/xB+6x08enkLGabzg4xfIAcHlb58H4=" providerId="None" clId="Web-{715B3C99-197E-4386-A485-86885C8E6242}" dt="2025-08-17T20:19:28.387" v="278" actId="20577"/>
          <ac:spMkLst>
            <pc:docMk/>
            <pc:sldMk cId="331697403" sldId="383"/>
            <ac:spMk id="4" creationId="{A47C3EB1-E070-06E1-D87C-83452B06E27F}"/>
          </ac:spMkLst>
        </pc:spChg>
        <pc:spChg chg="mod">
          <ac:chgData name="Vijay Gupta" userId="Knz0KxKIIY+7Y/xB+6x08enkLGabzg4xfIAcHlb58H4=" providerId="None" clId="Web-{715B3C99-197E-4386-A485-86885C8E6242}" dt="2025-08-17T20:20:15.762" v="298" actId="20577"/>
          <ac:spMkLst>
            <pc:docMk/>
            <pc:sldMk cId="331697403" sldId="383"/>
            <ac:spMk id="8" creationId="{06C3F8D1-306E-C233-3E74-BAD52CAA1D43}"/>
          </ac:spMkLst>
        </pc:spChg>
      </pc:sldChg>
      <pc:sldChg chg="modSp">
        <pc:chgData name="Vijay Gupta" userId="Knz0KxKIIY+7Y/xB+6x08enkLGabzg4xfIAcHlb58H4=" providerId="None" clId="Web-{715B3C99-197E-4386-A485-86885C8E6242}" dt="2025-08-17T20:23:20.998" v="348" actId="20577"/>
        <pc:sldMkLst>
          <pc:docMk/>
          <pc:sldMk cId="4253916651" sldId="384"/>
        </pc:sldMkLst>
        <pc:spChg chg="mod">
          <ac:chgData name="Vijay Gupta" userId="Knz0KxKIIY+7Y/xB+6x08enkLGabzg4xfIAcHlb58H4=" providerId="None" clId="Web-{715B3C99-197E-4386-A485-86885C8E6242}" dt="2025-08-17T20:20:20.981" v="299" actId="20577"/>
          <ac:spMkLst>
            <pc:docMk/>
            <pc:sldMk cId="4253916651" sldId="384"/>
            <ac:spMk id="4" creationId="{64C29890-83A6-BBD2-08EB-C82FF7535F4D}"/>
          </ac:spMkLst>
        </pc:spChg>
        <pc:spChg chg="mod">
          <ac:chgData name="Vijay Gupta" userId="Knz0KxKIIY+7Y/xB+6x08enkLGabzg4xfIAcHlb58H4=" providerId="None" clId="Web-{715B3C99-197E-4386-A485-86885C8E6242}" dt="2025-08-17T20:23:20.998" v="348" actId="20577"/>
          <ac:spMkLst>
            <pc:docMk/>
            <pc:sldMk cId="4253916651" sldId="384"/>
            <ac:spMk id="8" creationId="{708FC1F8-98DD-2823-7182-3801E0D427EA}"/>
          </ac:spMkLst>
        </pc:spChg>
      </pc:sldChg>
      <pc:sldChg chg="modSp">
        <pc:chgData name="Vijay Gupta" userId="Knz0KxKIIY+7Y/xB+6x08enkLGabzg4xfIAcHlb58H4=" providerId="None" clId="Web-{715B3C99-197E-4386-A485-86885C8E6242}" dt="2025-08-17T20:23:36.483" v="352" actId="20577"/>
        <pc:sldMkLst>
          <pc:docMk/>
          <pc:sldMk cId="1798311183" sldId="385"/>
        </pc:sldMkLst>
        <pc:spChg chg="mod">
          <ac:chgData name="Vijay Gupta" userId="Knz0KxKIIY+7Y/xB+6x08enkLGabzg4xfIAcHlb58H4=" providerId="None" clId="Web-{715B3C99-197E-4386-A485-86885C8E6242}" dt="2025-08-17T20:23:36.483" v="352" actId="20577"/>
          <ac:spMkLst>
            <pc:docMk/>
            <pc:sldMk cId="1798311183" sldId="385"/>
            <ac:spMk id="8" creationId="{7C3CD341-F7EB-7AF7-5EB3-3736888A0D72}"/>
          </ac:spMkLst>
        </pc:spChg>
      </pc:sldChg>
      <pc:sldChg chg="modSp">
        <pc:chgData name="Vijay Gupta" userId="Knz0KxKIIY+7Y/xB+6x08enkLGabzg4xfIAcHlb58H4=" providerId="None" clId="Web-{715B3C99-197E-4386-A485-86885C8E6242}" dt="2025-08-17T20:22:28.841" v="335" actId="20577"/>
        <pc:sldMkLst>
          <pc:docMk/>
          <pc:sldMk cId="402714348" sldId="386"/>
        </pc:sldMkLst>
        <pc:spChg chg="mod">
          <ac:chgData name="Vijay Gupta" userId="Knz0KxKIIY+7Y/xB+6x08enkLGabzg4xfIAcHlb58H4=" providerId="None" clId="Web-{715B3C99-197E-4386-A485-86885C8E6242}" dt="2025-08-17T20:22:28.841" v="335" actId="20577"/>
          <ac:spMkLst>
            <pc:docMk/>
            <pc:sldMk cId="402714348" sldId="386"/>
            <ac:spMk id="8" creationId="{47E4D08E-3A29-E6AD-A04F-70123EFB6E42}"/>
          </ac:spMkLst>
        </pc:spChg>
      </pc:sldChg>
      <pc:sldChg chg="modSp">
        <pc:chgData name="Vijay Gupta" userId="Knz0KxKIIY+7Y/xB+6x08enkLGabzg4xfIAcHlb58H4=" providerId="None" clId="Web-{715B3C99-197E-4386-A485-86885C8E6242}" dt="2025-08-17T20:16:46.057" v="245" actId="20577"/>
        <pc:sldMkLst>
          <pc:docMk/>
          <pc:sldMk cId="1690680625" sldId="387"/>
        </pc:sldMkLst>
        <pc:spChg chg="mod">
          <ac:chgData name="Vijay Gupta" userId="Knz0KxKIIY+7Y/xB+6x08enkLGabzg4xfIAcHlb58H4=" providerId="None" clId="Web-{715B3C99-197E-4386-A485-86885C8E6242}" dt="2025-08-17T20:16:46.057" v="245" actId="20577"/>
          <ac:spMkLst>
            <pc:docMk/>
            <pc:sldMk cId="1690680625" sldId="387"/>
            <ac:spMk id="8" creationId="{272E9F1D-20A5-5EDA-6D2E-C59D716D80F2}"/>
          </ac:spMkLst>
        </pc:spChg>
      </pc:sldChg>
      <pc:sldChg chg="modSp">
        <pc:chgData name="Vijay Gupta" userId="Knz0KxKIIY+7Y/xB+6x08enkLGabzg4xfIAcHlb58H4=" providerId="None" clId="Web-{715B3C99-197E-4386-A485-86885C8E6242}" dt="2025-08-17T20:26:36.640" v="400" actId="20577"/>
        <pc:sldMkLst>
          <pc:docMk/>
          <pc:sldMk cId="3660236816" sldId="388"/>
        </pc:sldMkLst>
        <pc:spChg chg="mod">
          <ac:chgData name="Vijay Gupta" userId="Knz0KxKIIY+7Y/xB+6x08enkLGabzg4xfIAcHlb58H4=" providerId="None" clId="Web-{715B3C99-197E-4386-A485-86885C8E6242}" dt="2025-08-17T20:23:57.701" v="354" actId="20577"/>
          <ac:spMkLst>
            <pc:docMk/>
            <pc:sldMk cId="3660236816" sldId="388"/>
            <ac:spMk id="4" creationId="{04F24E7B-02A4-5DDC-23B8-1A939D85D339}"/>
          </ac:spMkLst>
        </pc:spChg>
        <pc:spChg chg="mod">
          <ac:chgData name="Vijay Gupta" userId="Knz0KxKIIY+7Y/xB+6x08enkLGabzg4xfIAcHlb58H4=" providerId="None" clId="Web-{715B3C99-197E-4386-A485-86885C8E6242}" dt="2025-08-17T20:26:36.640" v="400" actId="20577"/>
          <ac:spMkLst>
            <pc:docMk/>
            <pc:sldMk cId="3660236816" sldId="388"/>
            <ac:spMk id="8" creationId="{1E9CA61F-6C76-D2E6-2115-FDE3FCE0C379}"/>
          </ac:spMkLst>
        </pc:spChg>
      </pc:sldChg>
      <pc:sldChg chg="modSp">
        <pc:chgData name="Vijay Gupta" userId="Knz0KxKIIY+7Y/xB+6x08enkLGabzg4xfIAcHlb58H4=" providerId="None" clId="Web-{715B3C99-197E-4386-A485-86885C8E6242}" dt="2025-08-17T20:25:17.030" v="380" actId="20577"/>
        <pc:sldMkLst>
          <pc:docMk/>
          <pc:sldMk cId="4136547602" sldId="389"/>
        </pc:sldMkLst>
        <pc:spChg chg="mod">
          <ac:chgData name="Vijay Gupta" userId="Knz0KxKIIY+7Y/xB+6x08enkLGabzg4xfIAcHlb58H4=" providerId="None" clId="Web-{715B3C99-197E-4386-A485-86885C8E6242}" dt="2025-08-17T20:24:21.686" v="357" actId="20577"/>
          <ac:spMkLst>
            <pc:docMk/>
            <pc:sldMk cId="4136547602" sldId="389"/>
            <ac:spMk id="4" creationId="{532E5575-5A6A-2E8D-4340-D57C57002FE7}"/>
          </ac:spMkLst>
        </pc:spChg>
        <pc:spChg chg="mod">
          <ac:chgData name="Vijay Gupta" userId="Knz0KxKIIY+7Y/xB+6x08enkLGabzg4xfIAcHlb58H4=" providerId="None" clId="Web-{715B3C99-197E-4386-A485-86885C8E6242}" dt="2025-08-17T20:25:17.030" v="380" actId="20577"/>
          <ac:spMkLst>
            <pc:docMk/>
            <pc:sldMk cId="4136547602" sldId="389"/>
            <ac:spMk id="8" creationId="{222AD836-A238-DD5D-9A60-EE7B8DE56331}"/>
          </ac:spMkLst>
        </pc:spChg>
      </pc:sldChg>
      <pc:sldChg chg="modSp">
        <pc:chgData name="Vijay Gupta" userId="Knz0KxKIIY+7Y/xB+6x08enkLGabzg4xfIAcHlb58H4=" providerId="None" clId="Web-{715B3C99-197E-4386-A485-86885C8E6242}" dt="2025-08-17T20:27:27.500" v="407" actId="20577"/>
        <pc:sldMkLst>
          <pc:docMk/>
          <pc:sldMk cId="2185482482" sldId="390"/>
        </pc:sldMkLst>
        <pc:spChg chg="mod">
          <ac:chgData name="Vijay Gupta" userId="Knz0KxKIIY+7Y/xB+6x08enkLGabzg4xfIAcHlb58H4=" providerId="None" clId="Web-{715B3C99-197E-4386-A485-86885C8E6242}" dt="2025-08-17T20:27:27.500" v="407" actId="20577"/>
          <ac:spMkLst>
            <pc:docMk/>
            <pc:sldMk cId="2185482482" sldId="390"/>
            <ac:spMk id="8" creationId="{DB049CFC-0239-E617-90F7-4A261297D600}"/>
          </ac:spMkLst>
        </pc:spChg>
      </pc:sldChg>
      <pc:sldChg chg="modSp">
        <pc:chgData name="Vijay Gupta" userId="Knz0KxKIIY+7Y/xB+6x08enkLGabzg4xfIAcHlb58H4=" providerId="None" clId="Web-{715B3C99-197E-4386-A485-86885C8E6242}" dt="2025-08-17T20:27:46.469" v="413" actId="20577"/>
        <pc:sldMkLst>
          <pc:docMk/>
          <pc:sldMk cId="4238968842" sldId="391"/>
        </pc:sldMkLst>
        <pc:spChg chg="mod">
          <ac:chgData name="Vijay Gupta" userId="Knz0KxKIIY+7Y/xB+6x08enkLGabzg4xfIAcHlb58H4=" providerId="None" clId="Web-{715B3C99-197E-4386-A485-86885C8E6242}" dt="2025-08-17T20:27:46.469" v="413" actId="20577"/>
          <ac:spMkLst>
            <pc:docMk/>
            <pc:sldMk cId="4238968842" sldId="391"/>
            <ac:spMk id="8" creationId="{ADD21A90-2949-64C5-5B7F-3467C985E63C}"/>
          </ac:spMkLst>
        </pc:spChg>
      </pc:sldChg>
      <pc:sldChg chg="modSp">
        <pc:chgData name="Vijay Gupta" userId="Knz0KxKIIY+7Y/xB+6x08enkLGabzg4xfIAcHlb58H4=" providerId="None" clId="Web-{715B3C99-197E-4386-A485-86885C8E6242}" dt="2025-08-17T20:28:22.547" v="420" actId="20577"/>
        <pc:sldMkLst>
          <pc:docMk/>
          <pc:sldMk cId="3886338880" sldId="392"/>
        </pc:sldMkLst>
        <pc:spChg chg="mod">
          <ac:chgData name="Vijay Gupta" userId="Knz0KxKIIY+7Y/xB+6x08enkLGabzg4xfIAcHlb58H4=" providerId="None" clId="Web-{715B3C99-197E-4386-A485-86885C8E6242}" dt="2025-08-17T20:28:22.547" v="420" actId="20577"/>
          <ac:spMkLst>
            <pc:docMk/>
            <pc:sldMk cId="3886338880" sldId="392"/>
            <ac:spMk id="8" creationId="{841EE64D-DE15-F873-C2DA-3AC8513FEE95}"/>
          </ac:spMkLst>
        </pc:spChg>
      </pc:sldChg>
      <pc:sldChg chg="modSp">
        <pc:chgData name="Vijay Gupta" userId="Knz0KxKIIY+7Y/xB+6x08enkLGabzg4xfIAcHlb58H4=" providerId="None" clId="Web-{715B3C99-197E-4386-A485-86885C8E6242}" dt="2025-08-17T20:28:40.704" v="426" actId="20577"/>
        <pc:sldMkLst>
          <pc:docMk/>
          <pc:sldMk cId="2472288591" sldId="393"/>
        </pc:sldMkLst>
        <pc:spChg chg="mod">
          <ac:chgData name="Vijay Gupta" userId="Knz0KxKIIY+7Y/xB+6x08enkLGabzg4xfIAcHlb58H4=" providerId="None" clId="Web-{715B3C99-197E-4386-A485-86885C8E6242}" dt="2025-08-17T20:28:40.704" v="426" actId="20577"/>
          <ac:spMkLst>
            <pc:docMk/>
            <pc:sldMk cId="2472288591" sldId="393"/>
            <ac:spMk id="8" creationId="{65495165-6991-8FF4-F704-6E297EAFFECE}"/>
          </ac:spMkLst>
        </pc:spChg>
      </pc:sldChg>
      <pc:sldChg chg="modSp">
        <pc:chgData name="Vijay Gupta" userId="Knz0KxKIIY+7Y/xB+6x08enkLGabzg4xfIAcHlb58H4=" providerId="None" clId="Web-{715B3C99-197E-4386-A485-86885C8E6242}" dt="2025-08-17T20:30:29.189" v="433" actId="20577"/>
        <pc:sldMkLst>
          <pc:docMk/>
          <pc:sldMk cId="2195193157" sldId="394"/>
        </pc:sldMkLst>
        <pc:spChg chg="mod">
          <ac:chgData name="Vijay Gupta" userId="Knz0KxKIIY+7Y/xB+6x08enkLGabzg4xfIAcHlb58H4=" providerId="None" clId="Web-{715B3C99-197E-4386-A485-86885C8E6242}" dt="2025-08-17T20:30:29.189" v="433" actId="20577"/>
          <ac:spMkLst>
            <pc:docMk/>
            <pc:sldMk cId="2195193157" sldId="394"/>
            <ac:spMk id="8" creationId="{5720B179-696D-9BCE-D135-4ECE0E4FD1FD}"/>
          </ac:spMkLst>
        </pc:spChg>
      </pc:sldChg>
      <pc:sldChg chg="modSp">
        <pc:chgData name="Vijay Gupta" userId="Knz0KxKIIY+7Y/xB+6x08enkLGabzg4xfIAcHlb58H4=" providerId="None" clId="Web-{715B3C99-197E-4386-A485-86885C8E6242}" dt="2025-08-17T20:34:58.129" v="440" actId="20577"/>
        <pc:sldMkLst>
          <pc:docMk/>
          <pc:sldMk cId="2338594038" sldId="395"/>
        </pc:sldMkLst>
        <pc:spChg chg="mod">
          <ac:chgData name="Vijay Gupta" userId="Knz0KxKIIY+7Y/xB+6x08enkLGabzg4xfIAcHlb58H4=" providerId="None" clId="Web-{715B3C99-197E-4386-A485-86885C8E6242}" dt="2025-08-17T20:34:58.129" v="440" actId="20577"/>
          <ac:spMkLst>
            <pc:docMk/>
            <pc:sldMk cId="2338594038" sldId="395"/>
            <ac:spMk id="8" creationId="{BBED0399-67C2-EEE3-6C8D-A22216350323}"/>
          </ac:spMkLst>
        </pc:spChg>
      </pc:sldChg>
      <pc:sldChg chg="modSp">
        <pc:chgData name="Vijay Gupta" userId="Knz0KxKIIY+7Y/xB+6x08enkLGabzg4xfIAcHlb58H4=" providerId="None" clId="Web-{715B3C99-197E-4386-A485-86885C8E6242}" dt="2025-08-17T20:35:16.332" v="446" actId="20577"/>
        <pc:sldMkLst>
          <pc:docMk/>
          <pc:sldMk cId="1318145206" sldId="396"/>
        </pc:sldMkLst>
        <pc:spChg chg="mod">
          <ac:chgData name="Vijay Gupta" userId="Knz0KxKIIY+7Y/xB+6x08enkLGabzg4xfIAcHlb58H4=" providerId="None" clId="Web-{715B3C99-197E-4386-A485-86885C8E6242}" dt="2025-08-17T20:35:16.332" v="446" actId="20577"/>
          <ac:spMkLst>
            <pc:docMk/>
            <pc:sldMk cId="1318145206" sldId="396"/>
            <ac:spMk id="8" creationId="{683803D9-990A-B6A4-8661-9A9C8ABEDE92}"/>
          </ac:spMkLst>
        </pc:spChg>
      </pc:sldChg>
      <pc:sldChg chg="modSp">
        <pc:chgData name="Vijay Gupta" userId="Knz0KxKIIY+7Y/xB+6x08enkLGabzg4xfIAcHlb58H4=" providerId="None" clId="Web-{715B3C99-197E-4386-A485-86885C8E6242}" dt="2025-08-17T20:35:48.379" v="452" actId="20577"/>
        <pc:sldMkLst>
          <pc:docMk/>
          <pc:sldMk cId="970132721" sldId="397"/>
        </pc:sldMkLst>
        <pc:spChg chg="mod">
          <ac:chgData name="Vijay Gupta" userId="Knz0KxKIIY+7Y/xB+6x08enkLGabzg4xfIAcHlb58H4=" providerId="None" clId="Web-{715B3C99-197E-4386-A485-86885C8E6242}" dt="2025-08-17T20:35:48.379" v="452" actId="20577"/>
          <ac:spMkLst>
            <pc:docMk/>
            <pc:sldMk cId="970132721" sldId="397"/>
            <ac:spMk id="8" creationId="{FCF435A6-32C7-0DA5-94EE-0306D849B3DF}"/>
          </ac:spMkLst>
        </pc:spChg>
      </pc:sldChg>
      <pc:sldChg chg="modSp">
        <pc:chgData name="Vijay Gupta" userId="Knz0KxKIIY+7Y/xB+6x08enkLGabzg4xfIAcHlb58H4=" providerId="None" clId="Web-{715B3C99-197E-4386-A485-86885C8E6242}" dt="2025-08-17T20:37:48.255" v="458" actId="20577"/>
        <pc:sldMkLst>
          <pc:docMk/>
          <pc:sldMk cId="2132424631" sldId="398"/>
        </pc:sldMkLst>
        <pc:spChg chg="mod">
          <ac:chgData name="Vijay Gupta" userId="Knz0KxKIIY+7Y/xB+6x08enkLGabzg4xfIAcHlb58H4=" providerId="None" clId="Web-{715B3C99-197E-4386-A485-86885C8E6242}" dt="2025-08-17T20:37:48.255" v="458" actId="20577"/>
          <ac:spMkLst>
            <pc:docMk/>
            <pc:sldMk cId="2132424631" sldId="398"/>
            <ac:spMk id="8" creationId="{96D747EB-DD1B-B97F-7866-30B650E01111}"/>
          </ac:spMkLst>
        </pc:spChg>
      </pc:sldChg>
      <pc:sldChg chg="modSp">
        <pc:chgData name="Vijay Gupta" userId="Knz0KxKIIY+7Y/xB+6x08enkLGabzg4xfIAcHlb58H4=" providerId="None" clId="Web-{715B3C99-197E-4386-A485-86885C8E6242}" dt="2025-08-17T20:38:55.240" v="464" actId="20577"/>
        <pc:sldMkLst>
          <pc:docMk/>
          <pc:sldMk cId="3013663133" sldId="399"/>
        </pc:sldMkLst>
        <pc:spChg chg="mod">
          <ac:chgData name="Vijay Gupta" userId="Knz0KxKIIY+7Y/xB+6x08enkLGabzg4xfIAcHlb58H4=" providerId="None" clId="Web-{715B3C99-197E-4386-A485-86885C8E6242}" dt="2025-08-17T20:38:55.240" v="464" actId="20577"/>
          <ac:spMkLst>
            <pc:docMk/>
            <pc:sldMk cId="3013663133" sldId="399"/>
            <ac:spMk id="8" creationId="{3F8F83ED-8011-48E8-CB75-129903C797FE}"/>
          </ac:spMkLst>
        </pc:spChg>
      </pc:sldChg>
      <pc:sldChg chg="modSp">
        <pc:chgData name="Vijay Gupta" userId="Knz0KxKIIY+7Y/xB+6x08enkLGabzg4xfIAcHlb58H4=" providerId="None" clId="Web-{715B3C99-197E-4386-A485-86885C8E6242}" dt="2025-08-17T20:54:00.773" v="565" actId="20577"/>
        <pc:sldMkLst>
          <pc:docMk/>
          <pc:sldMk cId="1631569173" sldId="400"/>
        </pc:sldMkLst>
        <pc:spChg chg="mod">
          <ac:chgData name="Vijay Gupta" userId="Knz0KxKIIY+7Y/xB+6x08enkLGabzg4xfIAcHlb58H4=" providerId="None" clId="Web-{715B3C99-197E-4386-A485-86885C8E6242}" dt="2025-08-17T20:48:22.390" v="514" actId="20577"/>
          <ac:spMkLst>
            <pc:docMk/>
            <pc:sldMk cId="1631569173" sldId="400"/>
            <ac:spMk id="4" creationId="{E19220C8-CC57-DB86-251D-D8CB68325505}"/>
          </ac:spMkLst>
        </pc:spChg>
        <pc:spChg chg="mod">
          <ac:chgData name="Vijay Gupta" userId="Knz0KxKIIY+7Y/xB+6x08enkLGabzg4xfIAcHlb58H4=" providerId="None" clId="Web-{715B3C99-197E-4386-A485-86885C8E6242}" dt="2025-08-17T20:54:00.773" v="565" actId="20577"/>
          <ac:spMkLst>
            <pc:docMk/>
            <pc:sldMk cId="1631569173" sldId="400"/>
            <ac:spMk id="8" creationId="{374FD0BE-C7AB-C633-6B5F-5CB23A765111}"/>
          </ac:spMkLst>
        </pc:spChg>
      </pc:sldChg>
      <pc:sldChg chg="del">
        <pc:chgData name="Vijay Gupta" userId="Knz0KxKIIY+7Y/xB+6x08enkLGabzg4xfIAcHlb58H4=" providerId="None" clId="Web-{715B3C99-197E-4386-A485-86885C8E6242}" dt="2025-08-17T20:48:44.312" v="521"/>
        <pc:sldMkLst>
          <pc:docMk/>
          <pc:sldMk cId="1039862879" sldId="401"/>
        </pc:sldMkLst>
      </pc:sldChg>
      <pc:sldChg chg="modSp">
        <pc:chgData name="Vijay Gupta" userId="Knz0KxKIIY+7Y/xB+6x08enkLGabzg4xfIAcHlb58H4=" providerId="None" clId="Web-{715B3C99-197E-4386-A485-86885C8E6242}" dt="2025-08-17T20:42:17.601" v="485" actId="20577"/>
        <pc:sldMkLst>
          <pc:docMk/>
          <pc:sldMk cId="2821731014" sldId="403"/>
        </pc:sldMkLst>
        <pc:spChg chg="mod">
          <ac:chgData name="Vijay Gupta" userId="Knz0KxKIIY+7Y/xB+6x08enkLGabzg4xfIAcHlb58H4=" providerId="None" clId="Web-{715B3C99-197E-4386-A485-86885C8E6242}" dt="2025-08-17T20:42:17.601" v="485" actId="20577"/>
          <ac:spMkLst>
            <pc:docMk/>
            <pc:sldMk cId="2821731014" sldId="403"/>
            <ac:spMk id="8" creationId="{29779CED-7BE2-EE0D-4DAD-CC2393EF2ACC}"/>
          </ac:spMkLst>
        </pc:spChg>
      </pc:sldChg>
      <pc:sldChg chg="modSp">
        <pc:chgData name="Vijay Gupta" userId="Knz0KxKIIY+7Y/xB+6x08enkLGabzg4xfIAcHlb58H4=" providerId="None" clId="Web-{715B3C99-197E-4386-A485-86885C8E6242}" dt="2025-08-17T20:42:08.132" v="484" actId="20577"/>
        <pc:sldMkLst>
          <pc:docMk/>
          <pc:sldMk cId="1923470524" sldId="404"/>
        </pc:sldMkLst>
        <pc:spChg chg="mod">
          <ac:chgData name="Vijay Gupta" userId="Knz0KxKIIY+7Y/xB+6x08enkLGabzg4xfIAcHlb58H4=" providerId="None" clId="Web-{715B3C99-197E-4386-A485-86885C8E6242}" dt="2025-08-17T20:42:08.132" v="484" actId="20577"/>
          <ac:spMkLst>
            <pc:docMk/>
            <pc:sldMk cId="1923470524" sldId="404"/>
            <ac:spMk id="8" creationId="{E3B0302B-94E4-1622-58CA-F1BFE0B15DA8}"/>
          </ac:spMkLst>
        </pc:spChg>
      </pc:sldChg>
      <pc:sldChg chg="addSp delSp modSp">
        <pc:chgData name="Vijay Gupta" userId="Knz0KxKIIY+7Y/xB+6x08enkLGabzg4xfIAcHlb58H4=" providerId="None" clId="Web-{715B3C99-197E-4386-A485-86885C8E6242}" dt="2025-08-17T20:42:58.179" v="504" actId="20577"/>
        <pc:sldMkLst>
          <pc:docMk/>
          <pc:sldMk cId="2607404804" sldId="405"/>
        </pc:sldMkLst>
        <pc:spChg chg="add del mod">
          <ac:chgData name="Vijay Gupta" userId="Knz0KxKIIY+7Y/xB+6x08enkLGabzg4xfIAcHlb58H4=" providerId="None" clId="Web-{715B3C99-197E-4386-A485-86885C8E6242}" dt="2025-08-17T20:42:58.179" v="504" actId="20577"/>
          <ac:spMkLst>
            <pc:docMk/>
            <pc:sldMk cId="2607404804" sldId="405"/>
            <ac:spMk id="8" creationId="{F58C856C-E871-1D81-9531-41D62F571353}"/>
          </ac:spMkLst>
        </pc:spChg>
      </pc:sldChg>
      <pc:sldChg chg="modSp">
        <pc:chgData name="Vijay Gupta" userId="Knz0KxKIIY+7Y/xB+6x08enkLGabzg4xfIAcHlb58H4=" providerId="None" clId="Web-{715B3C99-197E-4386-A485-86885C8E6242}" dt="2025-08-17T20:47:55.656" v="510" actId="20577"/>
        <pc:sldMkLst>
          <pc:docMk/>
          <pc:sldMk cId="4262656106" sldId="406"/>
        </pc:sldMkLst>
        <pc:spChg chg="mod">
          <ac:chgData name="Vijay Gupta" userId="Knz0KxKIIY+7Y/xB+6x08enkLGabzg4xfIAcHlb58H4=" providerId="None" clId="Web-{715B3C99-197E-4386-A485-86885C8E6242}" dt="2025-08-17T20:47:55.656" v="510" actId="20577"/>
          <ac:spMkLst>
            <pc:docMk/>
            <pc:sldMk cId="4262656106" sldId="406"/>
            <ac:spMk id="8" creationId="{63448522-74BF-A288-EB52-149299CDAF3A}"/>
          </ac:spMkLst>
        </pc:spChg>
      </pc:sldChg>
      <pc:sldChg chg="modSp add replId">
        <pc:chgData name="Vijay Gupta" userId="Knz0KxKIIY+7Y/xB+6x08enkLGabzg4xfIAcHlb58H4=" providerId="None" clId="Web-{715B3C99-197E-4386-A485-86885C8E6242}" dt="2025-08-17T20:13:18.852" v="220" actId="20577"/>
        <pc:sldMkLst>
          <pc:docMk/>
          <pc:sldMk cId="1292683424" sldId="407"/>
        </pc:sldMkLst>
        <pc:spChg chg="mod">
          <ac:chgData name="Vijay Gupta" userId="Knz0KxKIIY+7Y/xB+6x08enkLGabzg4xfIAcHlb58H4=" providerId="None" clId="Web-{715B3C99-197E-4386-A485-86885C8E6242}" dt="2025-08-17T20:13:18.852" v="220" actId="20577"/>
          <ac:spMkLst>
            <pc:docMk/>
            <pc:sldMk cId="1292683424" sldId="407"/>
            <ac:spMk id="8" creationId="{F3013976-8F52-A961-B85F-1F3DD9C169F3}"/>
          </ac:spMkLst>
        </pc:spChg>
      </pc:sldChg>
      <pc:sldChg chg="modSp add replId">
        <pc:chgData name="Vijay Gupta" userId="Knz0KxKIIY+7Y/xB+6x08enkLGabzg4xfIAcHlb58H4=" providerId="None" clId="Web-{715B3C99-197E-4386-A485-86885C8E6242}" dt="2025-08-17T20:56:24.056" v="594" actId="20577"/>
        <pc:sldMkLst>
          <pc:docMk/>
          <pc:sldMk cId="3607627578" sldId="408"/>
        </pc:sldMkLst>
        <pc:spChg chg="mod">
          <ac:chgData name="Vijay Gupta" userId="Knz0KxKIIY+7Y/xB+6x08enkLGabzg4xfIAcHlb58H4=" providerId="None" clId="Web-{715B3C99-197E-4386-A485-86885C8E6242}" dt="2025-08-17T20:56:24.056" v="594" actId="20577"/>
          <ac:spMkLst>
            <pc:docMk/>
            <pc:sldMk cId="3607627578" sldId="408"/>
            <ac:spMk id="8" creationId="{2D16EC51-F6EE-55F5-4DB7-9313DDE9A5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E7DFC-5F54-412C-A0CF-699F8379DFE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104E2-9D76-4F87-84A7-A6A1F5815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8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0913-F22E-32F2-A12A-E2F82FD8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E48B5-1F68-2998-8156-0E0EFEA96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32594-40C0-0B38-40A0-A3E28D1B9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F0CFB-FBDF-B865-57CD-14D52238F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C7F85-B619-534F-A66A-9B8DC36C34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2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CFDFC640-4632-7DFE-F85D-B774A8BEBEBB}"/>
              </a:ext>
            </a:extLst>
          </p:cNvPr>
          <p:cNvSpPr/>
          <p:nvPr userDrawn="1"/>
        </p:nvSpPr>
        <p:spPr>
          <a:xfrm>
            <a:off x="6105824" y="660400"/>
            <a:ext cx="5409981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067CCC8-EFFB-6CB9-7599-48E82C41834F}"/>
              </a:ext>
            </a:extLst>
          </p:cNvPr>
          <p:cNvSpPr/>
          <p:nvPr userDrawn="1"/>
        </p:nvSpPr>
        <p:spPr>
          <a:xfrm>
            <a:off x="695843" y="6197600"/>
            <a:ext cx="5409981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1425AE85-A86D-CAAA-58ED-BFADA2230253}"/>
              </a:ext>
            </a:extLst>
          </p:cNvPr>
          <p:cNvSpPr/>
          <p:nvPr userDrawn="1"/>
        </p:nvSpPr>
        <p:spPr>
          <a:xfrm>
            <a:off x="6412471" y="6024995"/>
            <a:ext cx="1979236" cy="294411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0085673-280C-2F0C-B3B4-E97949BB6221}"/>
              </a:ext>
            </a:extLst>
          </p:cNvPr>
          <p:cNvSpPr/>
          <p:nvPr userDrawn="1"/>
        </p:nvSpPr>
        <p:spPr>
          <a:xfrm>
            <a:off x="3764495" y="538595"/>
            <a:ext cx="1979236" cy="294411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E1066EB-9DBA-1A4B-F899-17802833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6EF56F-370E-954F-3816-54A9CD8AAB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3563937"/>
            <a:ext cx="10515600" cy="779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24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737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5ED8-9FED-60BB-A889-9C4737E2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5B70AD12-A226-75A8-1A4F-055B55ABCFF0}"/>
              </a:ext>
            </a:extLst>
          </p:cNvPr>
          <p:cNvSpPr/>
          <p:nvPr userDrawn="1"/>
        </p:nvSpPr>
        <p:spPr>
          <a:xfrm>
            <a:off x="10386202" y="476006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1D7036F5-9CC3-491B-5637-086A0A3232A9}"/>
              </a:ext>
            </a:extLst>
          </p:cNvPr>
          <p:cNvSpPr/>
          <p:nvPr userDrawn="1"/>
        </p:nvSpPr>
        <p:spPr>
          <a:xfrm>
            <a:off x="682923" y="6353149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8860C4-A3B6-52F0-A610-858CA115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428565"/>
            <a:ext cx="107810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1B37FB-E952-F8F6-03FC-F9C677FDF1C6}"/>
              </a:ext>
            </a:extLst>
          </p:cNvPr>
          <p:cNvCxnSpPr>
            <a:cxnSpLocks/>
          </p:cNvCxnSpPr>
          <p:nvPr userDrawn="1"/>
        </p:nvCxnSpPr>
        <p:spPr>
          <a:xfrm>
            <a:off x="682922" y="862445"/>
            <a:ext cx="248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6F9B4F8B-B122-67E2-9010-15B2F1056576}"/>
              </a:ext>
            </a:extLst>
          </p:cNvPr>
          <p:cNvGrpSpPr/>
          <p:nvPr userDrawn="1"/>
        </p:nvGrpSpPr>
        <p:grpSpPr>
          <a:xfrm>
            <a:off x="9395929" y="10566"/>
            <a:ext cx="2796071" cy="6847434"/>
            <a:chOff x="0" y="0"/>
            <a:chExt cx="1104621" cy="2705159"/>
          </a:xfrm>
          <a:solidFill>
            <a:srgbClr val="00539A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9F318B2-740D-DEF6-BF88-6F62EAA55F72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9E9765B9-2017-62B5-06FE-8A31A0C9BE52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A800E9-0BFF-7F59-EEB4-582A61F241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5455" y="1570412"/>
            <a:ext cx="6310744" cy="4487488"/>
          </a:xfrm>
          <a:prstGeom prst="roundRect">
            <a:avLst>
              <a:gd name="adj" fmla="val 485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66DEB4A-3027-1B45-CF63-AB5B208E1BA6}"/>
              </a:ext>
            </a:extLst>
          </p:cNvPr>
          <p:cNvSpPr/>
          <p:nvPr userDrawn="1"/>
        </p:nvSpPr>
        <p:spPr>
          <a:xfrm>
            <a:off x="685800" y="5983288"/>
            <a:ext cx="1270000" cy="188913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C6D0E2-6FEE-8FFC-D5AE-1933DFD279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3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6F9B4F8B-B122-67E2-9010-15B2F1056576}"/>
              </a:ext>
            </a:extLst>
          </p:cNvPr>
          <p:cNvGrpSpPr/>
          <p:nvPr userDrawn="1"/>
        </p:nvGrpSpPr>
        <p:grpSpPr>
          <a:xfrm>
            <a:off x="9395929" y="10566"/>
            <a:ext cx="2796071" cy="6847434"/>
            <a:chOff x="0" y="0"/>
            <a:chExt cx="1104621" cy="2705159"/>
          </a:xfrm>
          <a:solidFill>
            <a:srgbClr val="00539A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9F318B2-740D-DEF6-BF88-6F62EAA55F72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9E9765B9-2017-62B5-06FE-8A31A0C9BE52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A800E9-0BFF-7F59-EEB4-582A61F241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4600" y="1570412"/>
            <a:ext cx="8991599" cy="4487488"/>
          </a:xfrm>
          <a:prstGeom prst="roundRect">
            <a:avLst>
              <a:gd name="adj" fmla="val 485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66DEB4A-3027-1B45-CF63-AB5B208E1BA6}"/>
              </a:ext>
            </a:extLst>
          </p:cNvPr>
          <p:cNvSpPr/>
          <p:nvPr userDrawn="1"/>
        </p:nvSpPr>
        <p:spPr>
          <a:xfrm>
            <a:off x="685800" y="5983288"/>
            <a:ext cx="1270000" cy="188913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C6D0E2-6FEE-8FFC-D5AE-1933DFD279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36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C3B4D1CD-B099-450F-A845-169B78D25A91}"/>
              </a:ext>
            </a:extLst>
          </p:cNvPr>
          <p:cNvGrpSpPr/>
          <p:nvPr userDrawn="1"/>
        </p:nvGrpSpPr>
        <p:grpSpPr>
          <a:xfrm>
            <a:off x="0" y="0"/>
            <a:ext cx="12192000" cy="2732991"/>
            <a:chOff x="0" y="0"/>
            <a:chExt cx="4816593" cy="1079700"/>
          </a:xfrm>
          <a:solidFill>
            <a:srgbClr val="00539A"/>
          </a:solidFill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C9F01E6-ACC2-F1D7-C770-3A6EA5F06E8A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0EDCE3C-3DC1-BCCC-A48F-09BDA3978D2E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9" name="AutoShape 18">
            <a:extLst>
              <a:ext uri="{FF2B5EF4-FFF2-40B4-BE49-F238E27FC236}">
                <a16:creationId xmlns:a16="http://schemas.microsoft.com/office/drawing/2014/main" id="{001C3FCB-D1A3-1F64-E374-0C94991DE578}"/>
              </a:ext>
            </a:extLst>
          </p:cNvPr>
          <p:cNvSpPr/>
          <p:nvPr userDrawn="1"/>
        </p:nvSpPr>
        <p:spPr>
          <a:xfrm>
            <a:off x="3931920" y="5787470"/>
            <a:ext cx="4328160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F40E8225-AA76-2321-759B-DC3FA939E280}"/>
              </a:ext>
            </a:extLst>
          </p:cNvPr>
          <p:cNvSpPr/>
          <p:nvPr userDrawn="1"/>
        </p:nvSpPr>
        <p:spPr>
          <a:xfrm>
            <a:off x="5536001" y="6353149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7E5C6DB-98D8-7590-9FF2-EB3E7FD3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365126"/>
            <a:ext cx="10781044" cy="850726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4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B2AA-06AD-F2FC-5383-B4B7B95F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339-D764-126A-043A-AA902A2D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EC418-3953-DA2D-A0FB-CABD98BB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937118-AA9C-D947-A395-0A849246823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B8AE1-51E6-F6DC-0366-71136A41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B31A-1A8F-2867-8E45-A1156E67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60F-6C90-364E-AA71-6C064F71604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6DD119-3AB1-5E89-283B-CFC7450F322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51034"/>
            <a:ext cx="10515599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09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22291-C337-39C7-FD40-EBE02BC9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1A707-7AA0-0DFF-8F6F-671208DFD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EA0E-A411-0881-4E46-B05D96BD1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D1529-08C7-4C99-9E99-20E4A08C4BFB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033E-FC3A-580B-9671-FFCF7244F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5395A-0FDE-A8A9-655F-D3C275958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5567B-EEA3-4D70-9A5C-C93BDFA2D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2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04E27C-C591-24A3-967D-D6775A2B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Autofit/>
          </a:bodyPr>
          <a:lstStyle/>
          <a:p>
            <a:r>
              <a:rPr lang="en-US" smtClean="0"/>
              <a:t>Unified </a:t>
            </a:r>
            <a:r>
              <a:rPr lang="en-US" dirty="0"/>
              <a:t>IT Solution for XYZ Health Solutions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A2428E5-EDEC-4952-5A1E-4B0CEA274A4C}"/>
              </a:ext>
            </a:extLst>
          </p:cNvPr>
          <p:cNvSpPr txBox="1">
            <a:spLocks/>
          </p:cNvSpPr>
          <p:nvPr/>
        </p:nvSpPr>
        <p:spPr>
          <a:xfrm>
            <a:off x="573088" y="3066329"/>
            <a:ext cx="4372985" cy="936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Name</a:t>
            </a: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: DL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Date: </a:t>
            </a: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2025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98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D966-B4DC-454B-9A1F-2D06F536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D305-1814-B28B-73A0-AF88EC3D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6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highlight>
                  <a:srgbClr val="FFFF00"/>
                </a:highlight>
                <a:cs typeface="Arial"/>
              </a:rPr>
              <a:t>[Outline the problem, key insights, and recommended actions in 6 bullet points.]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Problem: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Key insights: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Recommended actions: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7715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4BA1-23B0-50EE-C7D5-5D12C019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8F4C-51ED-6428-2AC2-C8AEE7BD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8A40-6553-3659-03A7-738C440F8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4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highlight>
                  <a:srgbClr val="FFFF00"/>
                </a:highlight>
                <a:cs typeface="Arial"/>
              </a:rPr>
              <a:t>[Summarize the opportunity, describe the approach, and outline the key questions or hypotheses to be analyzed in 6 bullet points.]</a:t>
            </a:r>
          </a:p>
          <a:p>
            <a:pPr marL="0" indent="0">
              <a:buNone/>
            </a:pPr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Opportunity: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 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  <a:p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Approach: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  <a:p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Key questions/hypotheses: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05794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57BA-D528-9116-493C-88E1284C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7553-26A5-5154-779D-68121ACA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7492-1EC2-9E7C-EB0D-D407742FA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4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  <a:cs typeface="Arial"/>
              </a:rPr>
              <a:t>[List the areas of improvement in 6 bullet points.]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2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5A4E-F8B6-34CA-1C67-94E45A6F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E2FD-202A-960A-E4CA-B2534C34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65" y="2809277"/>
            <a:ext cx="8488117" cy="850726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13C5F-7EFE-3B6A-E572-2BF2662BB1B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163638"/>
            <a:ext cx="5181600" cy="5013325"/>
          </a:xfrm>
        </p:spPr>
        <p:txBody>
          <a:bodyPr>
            <a:normAutofit/>
          </a:bodyPr>
          <a:lstStyle/>
          <a:p>
            <a:pPr marL="0" indent="0" rtl="0" fontAlgn="base">
              <a:buNone/>
            </a:pPr>
            <a:endParaRPr lang="en-US" sz="1700" b="0" i="0">
              <a:effectLst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82668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F8EE-E197-D5B9-6826-F4C85C6C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BD2466-32A8-C9D7-A496-84A2B1AD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8BE4308-1D98-CDF3-3F22-9CE0B8C58C6F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Project Charter</a:t>
            </a:r>
          </a:p>
          <a:p>
            <a:pPr marL="0" indent="0">
              <a:buNone/>
            </a:pPr>
            <a:endParaRPr lang="en-IN" sz="2400" b="1" dirty="0">
              <a:cs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965189"/>
              </p:ext>
            </p:extLst>
          </p:nvPr>
        </p:nvGraphicFramePr>
        <p:xfrm>
          <a:off x="710119" y="1825625"/>
          <a:ext cx="10019489" cy="4351337"/>
        </p:xfrm>
        <a:graphic>
          <a:graphicData uri="http://schemas.openxmlformats.org/drawingml/2006/table">
            <a:tbl>
              <a:tblPr/>
              <a:tblGrid>
                <a:gridCol w="3447566">
                  <a:extLst>
                    <a:ext uri="{9D8B030D-6E8A-4147-A177-3AD203B41FA5}">
                      <a16:colId xmlns:a16="http://schemas.microsoft.com/office/drawing/2014/main" val="1788146084"/>
                    </a:ext>
                  </a:extLst>
                </a:gridCol>
                <a:gridCol w="2564128">
                  <a:extLst>
                    <a:ext uri="{9D8B030D-6E8A-4147-A177-3AD203B41FA5}">
                      <a16:colId xmlns:a16="http://schemas.microsoft.com/office/drawing/2014/main" val="3777138106"/>
                    </a:ext>
                  </a:extLst>
                </a:gridCol>
                <a:gridCol w="4007795">
                  <a:extLst>
                    <a:ext uri="{9D8B030D-6E8A-4147-A177-3AD203B41FA5}">
                      <a16:colId xmlns:a16="http://schemas.microsoft.com/office/drawing/2014/main" val="1018290519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 algn="l" fontAlgn="ctr"/>
                      <a:r>
                        <a:rPr lang="en-MY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Title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 of the project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XYZ Health Solutions IT System Integration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717210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 algn="l" fontAlgn="ctr"/>
                      <a:r>
                        <a:rPr lang="en-MY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the charter is created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Q3, current year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762798"/>
                  </a:ext>
                </a:extLst>
              </a:tr>
              <a:tr h="1684389">
                <a:tc>
                  <a:txBody>
                    <a:bodyPr/>
                    <a:lstStyle/>
                    <a:p>
                      <a:pPr algn="l" fontAlgn="ctr"/>
                      <a:r>
                        <a:rPr lang="en-MY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Description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Brief overview of the project’s purpose and scope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This project aims to integrate patient records, appointment scheduling, and billing systems into a unified IT platform to enhance operational efficiency, improve data management, and support data-driven decision-making at XYZ Health Solutions. The initiative seeks to address current inefficiencies and inconsistencies in data management, ensuring compliance with healthcare regulations and boosting patient satisfaction.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977322"/>
                  </a:ext>
                </a:extLst>
              </a:tr>
              <a:tr h="2105486">
                <a:tc>
                  <a:txBody>
                    <a:bodyPr/>
                    <a:lstStyle/>
                    <a:p>
                      <a:pPr algn="l" fontAlgn="ctr"/>
                      <a:r>
                        <a:rPr lang="en-MY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Objectives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Specific, measurable goals of the project.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Integrate multiple IT systems into one unified platform for managing patient records, appointments, and billing.</a:t>
                      </a: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Maintain Health Insurance Portability and Accountability Act (HIPAA) compliance throughout the project lifecycle.</a:t>
                      </a: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Boost patient satisfaction by 10% within 12 months of system implementation.</a:t>
                      </a: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 operational efficiency by reducing manual processes and data errors.</a:t>
                      </a: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 real-time data access and reporting to support timely decision-making</a:t>
                      </a:r>
                    </a:p>
                  </a:txBody>
                  <a:tcPr marL="5849" marR="5849" marT="58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493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00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950B-3294-0080-17A8-8A9CD383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E81ACA-3B0A-9AE5-0607-EC7C9311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5B78938-8947-ED6F-BD84-6B7BC1589E4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Stakeholder Register</a:t>
            </a:r>
          </a:p>
          <a:p>
            <a:pPr>
              <a:buNone/>
            </a:pPr>
            <a:endParaRPr lang="en-IN" sz="1800" dirty="0" smtClean="0">
              <a:solidFill>
                <a:srgbClr val="111620"/>
              </a:solidFill>
              <a:cs typeface="Arial"/>
            </a:endParaRPr>
          </a:p>
          <a:p>
            <a:pPr>
              <a:buNone/>
            </a:pPr>
            <a:endParaRPr lang="en-IN" sz="1800" dirty="0">
              <a:solidFill>
                <a:srgbClr val="111620"/>
              </a:solidFill>
              <a:cs typeface="Arial"/>
            </a:endParaRPr>
          </a:p>
          <a:p>
            <a:pPr marL="0" indent="0">
              <a:buNone/>
            </a:pPr>
            <a:endParaRPr lang="en-IN" sz="2400" b="1" dirty="0">
              <a:solidFill>
                <a:srgbClr val="111620"/>
              </a:solidFill>
              <a:cs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76802"/>
              </p:ext>
            </p:extLst>
          </p:nvPr>
        </p:nvGraphicFramePr>
        <p:xfrm>
          <a:off x="358140" y="2011684"/>
          <a:ext cx="11490960" cy="42368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72740">
                  <a:extLst>
                    <a:ext uri="{9D8B030D-6E8A-4147-A177-3AD203B41FA5}">
                      <a16:colId xmlns:a16="http://schemas.microsoft.com/office/drawing/2014/main" val="3442013339"/>
                    </a:ext>
                  </a:extLst>
                </a:gridCol>
                <a:gridCol w="2872740">
                  <a:extLst>
                    <a:ext uri="{9D8B030D-6E8A-4147-A177-3AD203B41FA5}">
                      <a16:colId xmlns:a16="http://schemas.microsoft.com/office/drawing/2014/main" val="3488612889"/>
                    </a:ext>
                  </a:extLst>
                </a:gridCol>
                <a:gridCol w="2872740">
                  <a:extLst>
                    <a:ext uri="{9D8B030D-6E8A-4147-A177-3AD203B41FA5}">
                      <a16:colId xmlns:a16="http://schemas.microsoft.com/office/drawing/2014/main" val="3171718818"/>
                    </a:ext>
                  </a:extLst>
                </a:gridCol>
                <a:gridCol w="2872740">
                  <a:extLst>
                    <a:ext uri="{9D8B030D-6E8A-4147-A177-3AD203B41FA5}">
                      <a16:colId xmlns:a16="http://schemas.microsoft.com/office/drawing/2014/main" val="3104475957"/>
                    </a:ext>
                  </a:extLst>
                </a:gridCol>
              </a:tblGrid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Interest Level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Stakeholder Name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Role                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Influence Level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657836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0806614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High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</a:t>
                      </a:r>
                      <a:r>
                        <a:rPr lang="en-MY" sz="1400" dirty="0" err="1">
                          <a:effectLst/>
                        </a:rPr>
                        <a:t>Dr.</a:t>
                      </a:r>
                      <a:r>
                        <a:rPr lang="en-MY" sz="1400" dirty="0">
                          <a:effectLst/>
                        </a:rPr>
                        <a:t> Maria Thompson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Executive Sponsor, CEO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3524170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4610574"/>
                  </a:ext>
                </a:extLst>
              </a:tr>
              <a:tr h="4834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High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Liam Carter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Project Lead, Project Manager, Systems Analyst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2850112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4342975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Medium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Priya Patel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IT Director             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933598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3855768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Dr. James Lee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Clinical Operations Manager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Medium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8725134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4509899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Aisha Khan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Patient Services Manager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Medium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0851929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746007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Sofia Rivera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Data Analyst        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Medium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794942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0175220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High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Patients (End Users)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End Users           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Low (individually), High (collectively)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4871923"/>
                  </a:ext>
                </a:extLst>
              </a:tr>
              <a:tr h="2354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 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 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1422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81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8B80-6E3F-55F1-1496-FCE9195B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B4F61-2C4D-2A21-D1AB-493E1B73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3A1BE54-E011-A20C-CE51-1D9F007CF5C5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Stakeholder Engagement </a:t>
            </a:r>
            <a:r>
              <a:rPr lang="en-IN" sz="2400" b="1" dirty="0" smtClean="0"/>
              <a:t>Plan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64197"/>
              </p:ext>
            </p:extLst>
          </p:nvPr>
        </p:nvGraphicFramePr>
        <p:xfrm>
          <a:off x="678180" y="1825624"/>
          <a:ext cx="10554391" cy="44318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8459">
                  <a:extLst>
                    <a:ext uri="{9D8B030D-6E8A-4147-A177-3AD203B41FA5}">
                      <a16:colId xmlns:a16="http://schemas.microsoft.com/office/drawing/2014/main" val="4189124873"/>
                    </a:ext>
                  </a:extLst>
                </a:gridCol>
                <a:gridCol w="2373529">
                  <a:extLst>
                    <a:ext uri="{9D8B030D-6E8A-4147-A177-3AD203B41FA5}">
                      <a16:colId xmlns:a16="http://schemas.microsoft.com/office/drawing/2014/main" val="2893524362"/>
                    </a:ext>
                  </a:extLst>
                </a:gridCol>
                <a:gridCol w="2371868">
                  <a:extLst>
                    <a:ext uri="{9D8B030D-6E8A-4147-A177-3AD203B41FA5}">
                      <a16:colId xmlns:a16="http://schemas.microsoft.com/office/drawing/2014/main" val="4133022226"/>
                    </a:ext>
                  </a:extLst>
                </a:gridCol>
                <a:gridCol w="3380535">
                  <a:extLst>
                    <a:ext uri="{9D8B030D-6E8A-4147-A177-3AD203B41FA5}">
                      <a16:colId xmlns:a16="http://schemas.microsoft.com/office/drawing/2014/main" val="3496182968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Name         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Current State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Desired State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Strategy                                                    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2179415317"/>
                  </a:ext>
                </a:extLst>
              </a:tr>
              <a:tr h="604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Dr. Maria Thompson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L    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L    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Maintain monthly strategic meetings to ensure ongoing support and alignment.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207373057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Liam Carter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L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L    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Continue daily updates and check-ins to keep the project on track.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3576104676"/>
                  </a:ext>
                </a:extLst>
              </a:tr>
              <a:tr h="604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Priya Patel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N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S         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Conduct technical workshops and provide regular security/compliance updates.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3028508608"/>
                  </a:ext>
                </a:extLst>
              </a:tr>
              <a:tr h="604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Dr. James Lee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L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Involve in workflow planning and provide tailored reports to increase engagement.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235454654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Aisha Khan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L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Incorporate patient feedback in feature design and involve in user testing.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3172227409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Sofia Rivera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L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Leverage data insights for performance tracking and involve in data-driven decision-making.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15338066"/>
                  </a:ext>
                </a:extLst>
              </a:tr>
              <a:tr h="604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Patients (End Users)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>
                          <a:effectLst/>
                        </a:rPr>
                        <a:t> S             </a:t>
                      </a:r>
                      <a:endParaRPr lang="en-MY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400" dirty="0">
                          <a:effectLst/>
                        </a:rPr>
                        <a:t> Communicate via intuitive channels (email/app) and gather regular feedback.    </a:t>
                      </a:r>
                      <a:endParaRPr lang="en-MY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/>
                </a:tc>
                <a:extLst>
                  <a:ext uri="{0D108BD9-81ED-4DB2-BD59-A6C34878D82A}">
                    <a16:rowId xmlns:a16="http://schemas.microsoft.com/office/drawing/2014/main" val="1468204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0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015D9-3EA3-6350-E4EA-11FCDE4B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CB3C8B-C2B9-053C-082B-E2A5F9C8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C371C2C-9AFA-178C-34D1-0C089CE7C789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Business Requirements Document (BRD</a:t>
            </a:r>
            <a:r>
              <a:rPr lang="en-IN" sz="2400" b="1" dirty="0" smtClean="0"/>
              <a:t>)</a:t>
            </a:r>
          </a:p>
          <a:p>
            <a:pPr marL="0" indent="0">
              <a:buNone/>
            </a:pPr>
            <a:r>
              <a:rPr lang="en-US" sz="1400" b="1" dirty="0"/>
              <a:t>1. Scope</a:t>
            </a:r>
          </a:p>
          <a:p>
            <a:r>
              <a:rPr lang="en-US" sz="1400" dirty="0"/>
              <a:t>The XYZ Health Solutions IT System Integration project aims to integrate disparate IT systems into a unified platform for managing patient records, scheduling, and billing. This integration will streamline operations, enhance data management, and improve the overall patient experience. The scope includes the development of a centralized database, real-time data access, and interactive dashboards for operational insights. The project will ensure HIPAA compliance and minimize system downtime during the integration process.</a:t>
            </a:r>
          </a:p>
          <a:p>
            <a:pPr marL="0" indent="0">
              <a:buNone/>
            </a:pPr>
            <a:r>
              <a:rPr lang="en-US" sz="1200" b="1" dirty="0"/>
              <a:t>2. Objectives</a:t>
            </a:r>
          </a:p>
          <a:p>
            <a:r>
              <a:rPr lang="en-US" sz="1200" b="1" dirty="0"/>
              <a:t>Achieve HIPAA Compliance:</a:t>
            </a:r>
            <a:r>
              <a:rPr lang="en-US" sz="1200" dirty="0"/>
              <a:t> Ensure that the integrated system meets all Health Insurance Portability and Accountability Act (HIPAA) requirements to protect patient data and maintain regulatory compliance.</a:t>
            </a:r>
          </a:p>
          <a:p>
            <a:r>
              <a:rPr lang="en-US" sz="1200" b="1" dirty="0"/>
              <a:t>Reduce Scheduling Errors:</a:t>
            </a:r>
            <a:r>
              <a:rPr lang="en-US" sz="1200" dirty="0"/>
              <a:t> Aim to reduce scheduling errors by 20% within the first six months of system implementation by improving the accuracy and efficiency of the scheduling module.</a:t>
            </a:r>
          </a:p>
          <a:p>
            <a:r>
              <a:rPr lang="en-US" sz="1200" b="1" dirty="0"/>
              <a:t>Improve Patient Satisfaction:</a:t>
            </a:r>
            <a:r>
              <a:rPr lang="en-US" sz="1200" dirty="0"/>
              <a:t> Boost patient satisfaction scores by 10% within 12 months of system go-live by enhancing the user experience and providing more efficient services.</a:t>
            </a:r>
          </a:p>
          <a:p>
            <a:r>
              <a:rPr lang="en-US" sz="1200" b="1" dirty="0"/>
              <a:t>Ensure Zero Downtime:</a:t>
            </a:r>
            <a:r>
              <a:rPr lang="en-US" sz="1200" dirty="0"/>
              <a:t> Plan and execute the integration in a manner that ensures zero downtime, allowing for continuous operation and minimal disruption to daily activities.</a:t>
            </a:r>
          </a:p>
          <a:p>
            <a:r>
              <a:rPr lang="en-US" sz="1200" b="1" dirty="0"/>
              <a:t>Enhance Operational Efficiency:</a:t>
            </a:r>
            <a:r>
              <a:rPr lang="en-US" sz="1200" dirty="0"/>
              <a:t> Streamline workflows and reduce manual processes to improve operational efficiency and data consistency across the organization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7192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67E7-DFE5-81A1-B201-4F293313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89EBB5-EE2A-D663-F37B-D0097FAE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E6DA914-A2CC-478F-879B-0390CE6488F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Use Case Diagram and Detailed Flow </a:t>
            </a:r>
            <a:r>
              <a:rPr lang="en-US" sz="2400" b="1" dirty="0" smtClean="0"/>
              <a:t>Descriptions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929764"/>
            <a:ext cx="7216140" cy="34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46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78D7-362F-C655-FB13-E3EF28D4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5B8ECF-125E-DB8D-FD48-6BAE8244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12E9D48-7404-B389-7D8A-3A5774B9099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Requirements Traceability Matrix (RTM)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44214"/>
              </p:ext>
            </p:extLst>
          </p:nvPr>
        </p:nvGraphicFramePr>
        <p:xfrm>
          <a:off x="725847" y="1847961"/>
          <a:ext cx="10590545" cy="45491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9790">
                  <a:extLst>
                    <a:ext uri="{9D8B030D-6E8A-4147-A177-3AD203B41FA5}">
                      <a16:colId xmlns:a16="http://schemas.microsoft.com/office/drawing/2014/main" val="3854461798"/>
                    </a:ext>
                  </a:extLst>
                </a:gridCol>
                <a:gridCol w="3529790">
                  <a:extLst>
                    <a:ext uri="{9D8B030D-6E8A-4147-A177-3AD203B41FA5}">
                      <a16:colId xmlns:a16="http://schemas.microsoft.com/office/drawing/2014/main" val="4233502777"/>
                    </a:ext>
                  </a:extLst>
                </a:gridCol>
                <a:gridCol w="3530965">
                  <a:extLst>
                    <a:ext uri="{9D8B030D-6E8A-4147-A177-3AD203B41FA5}">
                      <a16:colId xmlns:a16="http://schemas.microsoft.com/office/drawing/2014/main" val="2065349161"/>
                    </a:ext>
                  </a:extLst>
                </a:gridCol>
              </a:tblGrid>
              <a:tr h="1072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Entry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Instruction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Example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050461356"/>
                  </a:ext>
                </a:extLst>
              </a:tr>
              <a:tr h="1994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Project Name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Mention the project or program name for context.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XYZ Health Solutions IT System Integration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145076100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Requirement ID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Assign a unique identifier to each requirement using sequential numbering.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001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3613498030"/>
                  </a:ext>
                </a:extLst>
              </a:tr>
              <a:tr h="1994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Requirement Type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Specify if the requirement is Functional or Non-Functional.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Functional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492350416"/>
                  </a:ext>
                </a:extLst>
              </a:tr>
              <a:tr h="398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Requirement Description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Provide a clear, concise description of the requirement.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The system shall integrate patient records, scheduling, and billing into a unified platform.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915788761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Source / Stakeholder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Identify where the requirement originated (e.g., stakeholder, workshop).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Liam Carter (Project Lead)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4170496935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Business Objective / Goal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Describe the business need or strategic objective supported by the requirement.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Streamline operations and enhance patient experience.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866102566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Acceptance Criteria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Define the conditions under which the requirement will be accepted.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Successful integration of all systems with minimal downtime.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85652010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Linked Functional / Non-Functional Requirement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List related or dependent requirements by referencing their IDs.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002 (Data Migration), 004 (HIPAA Compliance)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279265582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Owner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Identify the person or team responsible for fulfilling the requirement.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Priya Patel (IT Director)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887807267"/>
                  </a:ext>
                </a:extLst>
              </a:tr>
              <a:tr h="1994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Priority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Assign a priority level (e.g., High, Medium, Low).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High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508816400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Status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Track the progress (e.g., Not Started, In Progress, Blocked, Completed).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In Progress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3632016637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Verification Method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Specify how the requirement will be verified (e.g., Testing, Inspection).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Testing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265083283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Related Risks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Identify risks associated with the requirement to assist in planning.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System integration challenges, data migration issues.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1964499"/>
                  </a:ext>
                </a:extLst>
              </a:tr>
              <a:tr h="2991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Comments / Notes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>
                          <a:effectLst/>
                        </a:rPr>
                        <a:t> Capture additional information or ongoing discussions. </a:t>
                      </a:r>
                      <a:endParaRPr lang="en-MY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MY" sz="1050" dirty="0">
                          <a:effectLst/>
                        </a:rPr>
                        <a:t> Regular updates and check-ins with the project team. </a:t>
                      </a:r>
                      <a:endParaRPr lang="en-MY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74" marR="40574" marT="0" marB="0"/>
                </a:tc>
                <a:extLst>
                  <a:ext uri="{0D108BD9-81ED-4DB2-BD59-A6C34878D82A}">
                    <a16:rowId xmlns:a16="http://schemas.microsoft.com/office/drawing/2014/main" val="1980261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4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FC67-B255-3D71-DC5B-91D75CF5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DDDEF-ABB6-308C-B4C8-97DE1E65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DBAF68E-7DF9-0CAA-8CA8-9B3288B3C2C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Work Breakdown Structure (WBS</a:t>
            </a:r>
            <a:r>
              <a:rPr lang="en-US" sz="2400" b="1" dirty="0" smtClean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61" y="1877438"/>
            <a:ext cx="10577477" cy="43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52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47F8-DC26-412E-D013-E868F768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BD5F8-EDD6-16DB-3C40-DCA71922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3013976-8F52-A961-B85F-1F3DD9C169F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Network Diagram</a:t>
            </a:r>
          </a:p>
          <a:p>
            <a:pPr marL="0" indent="0">
              <a:buNone/>
            </a:pPr>
            <a:endParaRPr lang="en-US" sz="1800" dirty="0" smtClean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2000" dirty="0" smtClean="0">
                <a:highlight>
                  <a:srgbClr val="FFFF00"/>
                </a:highlight>
                <a:cs typeface="Arial"/>
              </a:rPr>
              <a:t>Start      v1.1.1 </a:t>
            </a:r>
            <a:r>
              <a:rPr lang="en-US" sz="2000" dirty="0">
                <a:highlight>
                  <a:srgbClr val="FFFF00"/>
                </a:highlight>
                <a:cs typeface="Arial"/>
              </a:rPr>
              <a:t>Identify stakeholders </a:t>
            </a:r>
            <a:r>
              <a:rPr lang="en-US" sz="2000" dirty="0" smtClean="0">
                <a:highlight>
                  <a:srgbClr val="FFFF00"/>
                </a:highlight>
                <a:cs typeface="Arial"/>
              </a:rPr>
              <a:t>    v1.1.2 </a:t>
            </a:r>
            <a:r>
              <a:rPr lang="en-US" sz="2000" dirty="0">
                <a:highlight>
                  <a:srgbClr val="FFFF00"/>
                </a:highlight>
                <a:cs typeface="Arial"/>
              </a:rPr>
              <a:t>Define </a:t>
            </a:r>
            <a:r>
              <a:rPr lang="en-US" sz="2000" dirty="0" smtClean="0">
                <a:highlight>
                  <a:srgbClr val="FFFF00"/>
                </a:highlight>
                <a:cs typeface="Arial"/>
              </a:rPr>
              <a:t>requirements</a:t>
            </a:r>
          </a:p>
          <a:p>
            <a:pPr marL="0" indent="0">
              <a:buNone/>
            </a:pPr>
            <a:endParaRPr lang="en-US" sz="20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2000" dirty="0" smtClean="0">
                <a:highlight>
                  <a:srgbClr val="FFFF00"/>
                </a:highlight>
                <a:cs typeface="Arial"/>
              </a:rPr>
              <a:t>v1.1.3 </a:t>
            </a:r>
            <a:r>
              <a:rPr lang="en-US" sz="2000" dirty="0">
                <a:highlight>
                  <a:srgbClr val="FFFF00"/>
                </a:highlight>
                <a:cs typeface="Arial"/>
              </a:rPr>
              <a:t>Develop project </a:t>
            </a:r>
            <a:r>
              <a:rPr lang="en-US" sz="2000" dirty="0" smtClean="0">
                <a:highlight>
                  <a:srgbClr val="FFFF00"/>
                </a:highlight>
                <a:cs typeface="Arial"/>
              </a:rPr>
              <a:t>plan         v1.1.4 </a:t>
            </a:r>
            <a:r>
              <a:rPr lang="en-US" sz="2000" dirty="0">
                <a:highlight>
                  <a:srgbClr val="FFFF00"/>
                </a:highlight>
                <a:cs typeface="Arial"/>
              </a:rPr>
              <a:t>Design database </a:t>
            </a:r>
            <a:endParaRPr lang="en-US" sz="2000" dirty="0" smtClean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2000" dirty="0" smtClean="0">
                <a:highlight>
                  <a:srgbClr val="FFFF00"/>
                </a:highlight>
                <a:cs typeface="Arial"/>
              </a:rPr>
              <a:t>architecture  </a:t>
            </a:r>
          </a:p>
          <a:p>
            <a:pPr marL="0" indent="0">
              <a:buNone/>
            </a:pPr>
            <a:endParaRPr lang="en-US" sz="2000" dirty="0" smtClean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2000" dirty="0" smtClean="0">
                <a:highlight>
                  <a:srgbClr val="FFFF00"/>
                </a:highlight>
                <a:cs typeface="Arial"/>
              </a:rPr>
              <a:t>v1.2.1 Integrate systems                 v1.2.2 Test HIPAA compliance  </a:t>
            </a:r>
          </a:p>
          <a:p>
            <a:pPr marL="0" indent="0">
              <a:buNone/>
            </a:pPr>
            <a:r>
              <a:rPr lang="en-US" sz="2000" dirty="0" smtClean="0">
                <a:highlight>
                  <a:srgbClr val="FFFF00"/>
                </a:highlight>
                <a:cs typeface="Arial"/>
              </a:rPr>
              <a:t>v1.3.1 Deploy system        v1.3.2 Train stakeholders                                                          v1.3.3 Conduct lessons learned    </a:t>
            </a:r>
          </a:p>
          <a:p>
            <a:pPr marL="0" indent="0">
              <a:buNone/>
            </a:pPr>
            <a:r>
              <a:rPr lang="en-US" sz="2000" dirty="0" err="1" smtClean="0">
                <a:highlight>
                  <a:srgbClr val="FFFF00"/>
                </a:highlight>
                <a:cs typeface="Arial"/>
              </a:rPr>
              <a:t>vEnd</a:t>
            </a:r>
            <a:endParaRPr lang="en-US" sz="2000" dirty="0">
              <a:highlight>
                <a:srgbClr val="FFFF00"/>
              </a:highlight>
              <a:cs typeface="Arial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284231" y="2212322"/>
            <a:ext cx="301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381164" y="2305455"/>
            <a:ext cx="468369" cy="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133599" y="2407491"/>
            <a:ext cx="5427134" cy="44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859449" y="2986184"/>
            <a:ext cx="468369" cy="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777664" y="4270829"/>
            <a:ext cx="468369" cy="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011849" y="3138584"/>
            <a:ext cx="468369" cy="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68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0060-D74F-6F0F-9636-61DC4B1A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72172-AC1F-3AB7-78EE-10BF4008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3B50135-4B3C-1F31-9594-890C0102F91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SWOT </a:t>
            </a:r>
            <a:r>
              <a:rPr lang="en-US" sz="2400" b="1" dirty="0" smtClean="0"/>
              <a:t>Analysis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22439"/>
              </p:ext>
            </p:extLst>
          </p:nvPr>
        </p:nvGraphicFramePr>
        <p:xfrm>
          <a:off x="660400" y="1825624"/>
          <a:ext cx="10913533" cy="4351340"/>
        </p:xfrm>
        <a:graphic>
          <a:graphicData uri="http://schemas.openxmlformats.org/drawingml/2006/table">
            <a:tbl>
              <a:tblPr bandRow="1"/>
              <a:tblGrid>
                <a:gridCol w="5649039">
                  <a:extLst>
                    <a:ext uri="{9D8B030D-6E8A-4147-A177-3AD203B41FA5}">
                      <a16:colId xmlns:a16="http://schemas.microsoft.com/office/drawing/2014/main" val="3282479151"/>
                    </a:ext>
                  </a:extLst>
                </a:gridCol>
                <a:gridCol w="5264494">
                  <a:extLst>
                    <a:ext uri="{9D8B030D-6E8A-4147-A177-3AD203B41FA5}">
                      <a16:colId xmlns:a16="http://schemas.microsoft.com/office/drawing/2014/main" val="728836710"/>
                    </a:ext>
                  </a:extLst>
                </a:gridCol>
              </a:tblGrid>
              <a:tr h="2396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Roboto"/>
                          <a:ea typeface="Calibri" panose="020F0502020204030204" pitchFamily="34" charset="0"/>
                        </a:rPr>
                        <a:t>Strength (Cause)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Roboto"/>
                          <a:ea typeface="Calibri" panose="020F0502020204030204" pitchFamily="34" charset="0"/>
                        </a:rPr>
                        <a:t>Opportunity (Event)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735777"/>
                  </a:ext>
                </a:extLst>
              </a:tr>
              <a:tr h="620550"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Skilled IT Team: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The organization has a competent IT team with the necessary technical expertise to handle the integration project.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Improved Patient Outcomes: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A unified IT system can lead to better patient care and satisfaction by providing seamless access to records and reducing administrative errors.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155932"/>
                  </a:ext>
                </a:extLst>
              </a:tr>
              <a:tr h="771675"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Strong Stakeholder Support: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There is robust support from key internal stakeholders, including the CEO and Project Manager, which is crucial for project success.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900" b="1" dirty="0">
                          <a:effectLst/>
                          <a:latin typeface="Roboto"/>
                          <a:ea typeface="Roboto Light"/>
                          <a:cs typeface="Roboto Light"/>
                        </a:rPr>
                        <a:t>Enhanced Competitiveness:</a:t>
                      </a:r>
                      <a:r>
                        <a:rPr lang="en-US" sz="900" dirty="0">
                          <a:effectLst/>
                          <a:latin typeface="Roboto"/>
                          <a:ea typeface="Roboto Light"/>
                          <a:cs typeface="Roboto Light"/>
                        </a:rPr>
                        <a:t> Implementing a state-of-the-art IT system can position XYZ Health Solutions as a leader in healthcare technology, attracting more patients and partnerships.</a:t>
                      </a:r>
                      <a:endParaRPr lang="en-MY" sz="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98700"/>
                  </a:ext>
                </a:extLst>
              </a:tr>
              <a:tr h="620550"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Existing IT Infrastructure: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The availability of existing IT infrastructure can serve as a foundation, reducing the need for extensive new investments.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Data-Driven Decision Making: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The integration of systems will allow for better data analytics, enabling more informed decision-making processes.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213146"/>
                  </a:ext>
                </a:extLst>
              </a:tr>
              <a:tr h="2396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Roboto"/>
                          <a:ea typeface="Calibri" panose="020F0502020204030204" pitchFamily="34" charset="0"/>
                        </a:rPr>
                        <a:t>Weakness (Cause)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Roboto"/>
                          <a:ea typeface="Calibri" panose="020F0502020204030204" pitchFamily="34" charset="0"/>
                        </a:rPr>
                        <a:t>Threat (Event)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916594"/>
                  </a:ext>
                </a:extLst>
              </a:tr>
              <a:tr h="755627"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Legacy System Integration Challenges: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The current fragmented systems may pose difficulties during the integration process, potentially leading to data inconsistencies or system downtime.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Regulatory Penalties: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Non-compliance with regulations such as HIPAA can result in significant financial penalties and damage to the organization's reputation.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1771"/>
                  </a:ext>
                </a:extLst>
              </a:tr>
              <a:tr h="483066"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Budget Constraints: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Limited budget may restrict the scope of the project or limit the ability to implement advanced solutions.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900" b="1">
                          <a:effectLst/>
                          <a:latin typeface="Roboto"/>
                          <a:ea typeface="Roboto Light"/>
                          <a:cs typeface="Roboto Light"/>
                        </a:rPr>
                        <a:t>Resistance to Change:</a:t>
                      </a: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 Staff and users may resist the new system, leading to delays and inefficiencies during the transition period.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449497"/>
                  </a:ext>
                </a:extLst>
              </a:tr>
              <a:tr h="620550">
                <a:tc>
                  <a:txBody>
                    <a:bodyPr/>
                    <a:lstStyle/>
                    <a:p>
                      <a:pPr marL="228600">
                        <a:lnSpc>
                          <a:spcPct val="107000"/>
                        </a:lnSpc>
                      </a:pPr>
                      <a:r>
                        <a:rPr lang="en-US" sz="900">
                          <a:effectLst/>
                          <a:latin typeface="Roboto"/>
                          <a:ea typeface="Roboto Light"/>
                          <a:cs typeface="Roboto Light"/>
                        </a:rPr>
                        <a:t> </a:t>
                      </a:r>
                      <a:endParaRPr lang="en-MY" sz="9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7775" marR="57775" marT="0" marB="0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900" b="1" dirty="0">
                          <a:effectLst/>
                          <a:latin typeface="Roboto"/>
                          <a:ea typeface="Roboto Light"/>
                          <a:cs typeface="Roboto Light"/>
                        </a:rPr>
                        <a:t>Technological Obsolescence:</a:t>
                      </a:r>
                      <a:r>
                        <a:rPr lang="en-US" sz="900" dirty="0">
                          <a:effectLst/>
                          <a:latin typeface="Roboto"/>
                          <a:ea typeface="Roboto Light"/>
                          <a:cs typeface="Roboto Light"/>
                        </a:rPr>
                        <a:t> Rapid advancements in technology may render the new system outdated sooner than expected, requiring frequent updates or replacements.</a:t>
                      </a:r>
                      <a:endParaRPr lang="en-MY" sz="9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8024" marR="8024" marT="8024" marB="8024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257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50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39B8-7AB2-EB91-4E48-1A7499F5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CAF43-CF6B-6F56-6FBD-F59F16C9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CB1FF5-FBC0-D6B7-0DAA-BD6FE1419F58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Risk </a:t>
            </a:r>
            <a:r>
              <a:rPr lang="en-US" sz="2400" b="1" dirty="0" smtClean="0"/>
              <a:t>Register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49103"/>
              </p:ext>
            </p:extLst>
          </p:nvPr>
        </p:nvGraphicFramePr>
        <p:xfrm>
          <a:off x="572754" y="1867710"/>
          <a:ext cx="11032344" cy="4406629"/>
        </p:xfrm>
        <a:graphic>
          <a:graphicData uri="http://schemas.openxmlformats.org/drawingml/2006/table">
            <a:tbl>
              <a:tblPr/>
              <a:tblGrid>
                <a:gridCol w="430307">
                  <a:extLst>
                    <a:ext uri="{9D8B030D-6E8A-4147-A177-3AD203B41FA5}">
                      <a16:colId xmlns:a16="http://schemas.microsoft.com/office/drawing/2014/main" val="212964673"/>
                    </a:ext>
                  </a:extLst>
                </a:gridCol>
                <a:gridCol w="1977582">
                  <a:extLst>
                    <a:ext uri="{9D8B030D-6E8A-4147-A177-3AD203B41FA5}">
                      <a16:colId xmlns:a16="http://schemas.microsoft.com/office/drawing/2014/main" val="1407973955"/>
                    </a:ext>
                  </a:extLst>
                </a:gridCol>
                <a:gridCol w="1364165">
                  <a:extLst>
                    <a:ext uri="{9D8B030D-6E8A-4147-A177-3AD203B41FA5}">
                      <a16:colId xmlns:a16="http://schemas.microsoft.com/office/drawing/2014/main" val="2298875763"/>
                    </a:ext>
                  </a:extLst>
                </a:gridCol>
                <a:gridCol w="1364165">
                  <a:extLst>
                    <a:ext uri="{9D8B030D-6E8A-4147-A177-3AD203B41FA5}">
                      <a16:colId xmlns:a16="http://schemas.microsoft.com/office/drawing/2014/main" val="1428273116"/>
                    </a:ext>
                  </a:extLst>
                </a:gridCol>
                <a:gridCol w="1217678">
                  <a:extLst>
                    <a:ext uri="{9D8B030D-6E8A-4147-A177-3AD203B41FA5}">
                      <a16:colId xmlns:a16="http://schemas.microsoft.com/office/drawing/2014/main" val="2313183487"/>
                    </a:ext>
                  </a:extLst>
                </a:gridCol>
                <a:gridCol w="888081">
                  <a:extLst>
                    <a:ext uri="{9D8B030D-6E8A-4147-A177-3AD203B41FA5}">
                      <a16:colId xmlns:a16="http://schemas.microsoft.com/office/drawing/2014/main" val="2304157570"/>
                    </a:ext>
                  </a:extLst>
                </a:gridCol>
                <a:gridCol w="769060">
                  <a:extLst>
                    <a:ext uri="{9D8B030D-6E8A-4147-A177-3AD203B41FA5}">
                      <a16:colId xmlns:a16="http://schemas.microsoft.com/office/drawing/2014/main" val="3817736313"/>
                    </a:ext>
                  </a:extLst>
                </a:gridCol>
                <a:gridCol w="668350">
                  <a:extLst>
                    <a:ext uri="{9D8B030D-6E8A-4147-A177-3AD203B41FA5}">
                      <a16:colId xmlns:a16="http://schemas.microsoft.com/office/drawing/2014/main" val="3065836871"/>
                    </a:ext>
                  </a:extLst>
                </a:gridCol>
                <a:gridCol w="723282">
                  <a:extLst>
                    <a:ext uri="{9D8B030D-6E8A-4147-A177-3AD203B41FA5}">
                      <a16:colId xmlns:a16="http://schemas.microsoft.com/office/drawing/2014/main" val="4152876687"/>
                    </a:ext>
                  </a:extLst>
                </a:gridCol>
                <a:gridCol w="759904">
                  <a:extLst>
                    <a:ext uri="{9D8B030D-6E8A-4147-A177-3AD203B41FA5}">
                      <a16:colId xmlns:a16="http://schemas.microsoft.com/office/drawing/2014/main" val="3191683117"/>
                    </a:ext>
                  </a:extLst>
                </a:gridCol>
                <a:gridCol w="869770">
                  <a:extLst>
                    <a:ext uri="{9D8B030D-6E8A-4147-A177-3AD203B41FA5}">
                      <a16:colId xmlns:a16="http://schemas.microsoft.com/office/drawing/2014/main" val="4287122946"/>
                    </a:ext>
                  </a:extLst>
                </a:gridCol>
              </a:tblGrid>
              <a:tr h="1125013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/>
                      </a:r>
                      <a:b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Project:  Risk Register for XYZ Health Solutions IT System Integration Project</a:t>
                      </a:r>
                      <a:b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/>
                      </a:r>
                      <a:b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Date: 2025</a:t>
                      </a:r>
                      <a:b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</a:b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Roboto"/>
                      </a:endParaRPr>
                    </a:p>
                  </a:txBody>
                  <a:tcPr marL="5236" marR="5236" marT="523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6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459928"/>
                  </a:ext>
                </a:extLst>
              </a:tr>
              <a:tr h="6690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#</a:t>
                      </a:r>
                    </a:p>
                  </a:txBody>
                  <a:tcPr marL="5236" marR="5236" marT="5236" marB="0" anchor="ctr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Cause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Event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Impact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Risk Owner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Category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Probability Risk Rating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Impact Risk Rating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Risk Score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Trigger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Response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131226"/>
                  </a:ext>
                </a:extLst>
              </a:tr>
              <a:tr h="889594"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R1</a:t>
                      </a:r>
                    </a:p>
                  </a:txBody>
                  <a:tcPr marL="5236" marR="5236" marT="5236" marB="0" anchor="b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Busy schedules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Missed deadlines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Timeline overrun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Liam Carter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Threat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3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12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Delayed responses to meeting requests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Send weekly reminders to stakeholders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85860"/>
                  </a:ext>
                </a:extLst>
              </a:tr>
              <a:tr h="889594"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R2</a:t>
                      </a:r>
                    </a:p>
                  </a:txBody>
                  <a:tcPr marL="5236" marR="5236" marT="5236" marB="0" anchor="b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Incompatible data formats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Data loss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Project delay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Priya Patel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Threat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20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Integration errors during testing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Develop and test backup integration plans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8878"/>
                  </a:ext>
                </a:extLst>
              </a:tr>
              <a:tr h="257577"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R3</a:t>
                      </a:r>
                    </a:p>
                  </a:txBody>
                  <a:tcPr marL="5236" marR="5236" marT="5236" marB="0" anchor="b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Weak governance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Threat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2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10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086507"/>
                  </a:ext>
                </a:extLst>
              </a:tr>
              <a:tr h="257577"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R4</a:t>
                      </a:r>
                    </a:p>
                  </a:txBody>
                  <a:tcPr marL="5236" marR="5236" marT="5236" marB="0" anchor="b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User-friendly design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Opportunity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5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4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20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765692"/>
                  </a:ext>
                </a:extLst>
              </a:tr>
              <a:tr h="318185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Total Risk Score</a:t>
                      </a:r>
                    </a:p>
                  </a:txBody>
                  <a:tcPr marL="5236" marR="5236" marT="5236" marB="0" anchor="ctr">
                    <a:lnL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62</a:t>
                      </a:r>
                    </a:p>
                  </a:txBody>
                  <a:tcPr marL="5236" marR="5236" marT="5236" marB="0" anchor="ctr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</a:p>
                  </a:txBody>
                  <a:tcPr marL="5236" marR="5236" marT="5236" marB="0" anchor="b">
                    <a:lnL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B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5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1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9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95BE-F368-F1CC-0F28-131C3BFA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FEF843-8AD6-985A-8C10-FB184AF9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461BD33-D8F8-4077-88C1-4380676CC1B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Risk Matrix</a:t>
            </a:r>
          </a:p>
          <a:p>
            <a:pPr marL="0" indent="0">
              <a:buNone/>
            </a:pPr>
            <a:endParaRPr lang="en-US" sz="1800" dirty="0" smtClean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6079"/>
            <a:ext cx="12192000" cy="46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0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1DA2-75E9-7D39-6BD5-301FDF9B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F91FB2-1776-F084-C1ED-75B4378B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Process Modeling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72E9F1D-20A5-5EDA-6D2E-C59D716D80F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Appointment Scheduling Process Flowchart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96144" y="-1466736"/>
            <a:ext cx="4904512" cy="11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8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FB81-ABCD-4B3E-C224-8912136C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778EA-714F-0E6B-21E5-42866D82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DB30CA7-C0DA-FCB6-EB08-D6DF5AE3263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b="1" dirty="0"/>
              <a:t>Patient Age Distribution</a:t>
            </a: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0" lvl="1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[Add a chart showing patient age categories with a brief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07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6CA3-41DC-82DB-D8B7-EC07698D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753E57-B999-36AC-A030-01A2E799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F2E1F99-3D94-20DA-E5CD-9E383A187A1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Outstanding Balance Distribution by Account Type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a chart showing balances by account type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3758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1A02-538E-3B05-A59F-2B1ECB6B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7C3EB1-E070-06E1-D87C-83452B06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6C3F8D1-306E-C233-3E74-BAD52CAA1D4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Location Representation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a chart showing representation across locations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69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489E-EED0-4614-5BE5-88402C75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29890-83A6-BBD2-08EB-C82FF753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8FC1F8-98DD-2823-7182-3801E0D427EA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Monthly Appointment Volume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highlight>
                  <a:srgbClr val="FFFF00"/>
                </a:highlight>
              </a:rPr>
              <a:t>[Insert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a chart displaying monthly appointment counts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>
              <a:buFont typeface="Arial"/>
              <a:buChar char="•"/>
            </a:pPr>
            <a:endParaRPr lang="en-US"/>
          </a:p>
          <a:p>
            <a:pPr marL="0" indent="0">
              <a:buNone/>
            </a:pPr>
            <a:endParaRPr lang="en-US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3916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5B93B-EE28-7928-2E75-AA5B6695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67905-1C26-FB98-2371-6B470D39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Basic 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C3CD341-F7EB-7AF7-5EB3-3736888A0D7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Appointment Type Breakdown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[Show a chart of appointments by type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8311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599C-90D7-B16B-986B-51DB1182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5B21B6-31CB-886B-F031-47DC057F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Basic Visualizations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7E4D08E-3A29-E6AD-A04F-70123EFB6E4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Average Appointment Fee by Month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[Insert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a chart showing monthly average fees with a caption.]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714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3DF1-0E4D-AC1B-60A9-CF4D989A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F24E7B-02A4-5DDC-23B8-1A939D85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Dashboards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E9CA61F-6C76-D2E6-2115-FDE3FCE0C379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Branch Wise Average Age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[Add a visual highlighting the average patient age by branch.]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0236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53FC-690C-C07F-644B-257A649F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2E5575-5A6A-2E8D-4340-D57C5700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Dashboards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22AD836-A238-DD5D-9A60-EE7B8DE5633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Location Wise Appointment Count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a visual showing appointment counts by location.]</a:t>
            </a:r>
          </a:p>
        </p:txBody>
      </p:sp>
    </p:spTree>
    <p:extLst>
      <p:ext uri="{BB962C8B-B14F-4D97-AF65-F5344CB8AC3E}">
        <p14:creationId xmlns:p14="http://schemas.microsoft.com/office/powerpoint/2010/main" val="4136547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2485-25DF-4D9E-F3E9-B30F74C1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9C2D8-3835-BF53-2997-CFD41CB5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B049CFC-0239-E617-90F7-4A261297D600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Data Flow Diagram (DFD)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29" y="937835"/>
            <a:ext cx="11560542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82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F4029-BD49-0B12-677E-7CB7A292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23D89A-BBAA-408C-0CCD-31610E3D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DD21A90-2949-64C5-5B7F-3467C985E63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Level 1 </a:t>
            </a:r>
            <a:r>
              <a:rPr lang="en-US" sz="2400" b="1" dirty="0" smtClean="0"/>
              <a:t>DFD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56" y="1789888"/>
            <a:ext cx="11256078" cy="440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68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3D13-548E-3E23-BA62-12670924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6BDDAC-D72D-B768-E341-24BCDC2F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41EE64D-DE15-F873-C2DA-3AC8513FEE95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Entity-Relationship Diagram (ERD)</a:t>
            </a:r>
          </a:p>
          <a:p>
            <a:pPr marL="0" indent="0">
              <a:buNone/>
            </a:pPr>
            <a:endParaRPr lang="en-US" sz="1800" dirty="0" smtClean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56" y="1581247"/>
            <a:ext cx="9865825" cy="461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38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8841-7F20-2527-7646-310BCB23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D48B57-8B80-2913-BD20-CD738953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5495165-6991-8FF4-F704-6E297EAFFECE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Use Case Diagram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17" y="1640040"/>
            <a:ext cx="8742714" cy="457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88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6E11-6F64-7A17-FE8D-FF8E17EF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1F0203-3159-B3EA-3C91-80521238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720B179-696D-9BCE-D135-4ECE0E4FD1FD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Sequence </a:t>
            </a:r>
            <a:r>
              <a:rPr lang="en-US" sz="2400" b="1" dirty="0" smtClean="0"/>
              <a:t>Diagram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66" y="1770859"/>
            <a:ext cx="9902757" cy="450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93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5516-C221-E2BB-53AB-671B00D0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875E3-5D1C-7302-C820-100E5CBD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Database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BED0399-67C2-EEE3-6C8D-A2221635032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Conceptual ERD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28" y="1682191"/>
            <a:ext cx="8776150" cy="46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94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69D1-710C-49EB-0AD0-7A7250B4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57B6FA-6967-5635-09A6-FD37A21C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Database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83803D9-990A-B6A4-8661-9A9C8ABEDE9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Logical ERD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14" y="1624519"/>
            <a:ext cx="8933930" cy="472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45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C32F-332C-C3B2-7EAD-0347C9DE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52FB06-E3DC-9A64-E1A2-8608CA71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Database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CF435A6-32C7-0DA5-94EE-0306D849B3DF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Data Dictionary</a:t>
            </a:r>
          </a:p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64" y="984669"/>
            <a:ext cx="11867745" cy="50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32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7CCCD-E02D-D955-2692-B15B7DDF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CE22BC-F638-D726-04F6-6BEA8D2A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2"/>
            <a:ext cx="9813446" cy="819369"/>
          </a:xfrm>
        </p:spPr>
        <p:txBody>
          <a:bodyPr>
            <a:noAutofit/>
          </a:bodyPr>
          <a:lstStyle/>
          <a:p>
            <a:r>
              <a:rPr lang="en-US" sz="3200" dirty="0"/>
              <a:t>Test Planning and Case Design Using TDD and BDD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6D747EB-DD1B-B97F-7866-30B650E0111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Test </a:t>
            </a:r>
            <a:r>
              <a:rPr lang="en-US" sz="2400" b="1" dirty="0" smtClean="0"/>
              <a:t>Plan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32424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3A56-A1AE-2E79-22CC-1A10E5FC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1CB87-EECC-F669-6E13-A7C3744F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Test Planning and Case Design Using TDD and BDD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F8F83ED-8011-48E8-CB75-129903C797FE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TDD and BDD Test Cases 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[Provide examples linking requirements to test cases in TDD/BDD format.]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3663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B439-C0AB-EE69-4CB0-B57EBEF9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9220C8-CC57-DB86-251D-D8CB6832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CI/CD Workflow and Monitoring Plan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74FD0BE-C7AB-C633-6B5F-5CB23A76511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CI/CD Pipeline Planning</a:t>
            </a: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[Document all pipeline stages with plain-language descriptions, responsibilities, analyst checkpoints, expected outputs, risks, and responses.]</a:t>
            </a:r>
            <a:endParaRPr lang="en-US" sz="180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569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18C7D-2809-9BD8-18B0-1616CFF7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EDFC5F-63BB-E7B1-4F34-93B263DC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CI/CD Workflow and Monitoring Plan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D16EC51-F6EE-55F5-4DB7-9313DDE9A5F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Monitoring and maintenance strategy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[Define key metrics, alerting rules, maintenance tasks, and an incident response workflow to ensure post-deployment stability and safety.]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27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21CC5-F122-52A3-03A7-4C0CBFE2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831" y="2996183"/>
            <a:ext cx="8488117" cy="850726"/>
          </a:xfrm>
        </p:spPr>
        <p:txBody>
          <a:bodyPr/>
          <a:lstStyle/>
          <a:p>
            <a:r>
              <a:rPr lang="en-IN" dirty="0"/>
              <a:t>Findings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55747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95D0-C7BC-59C6-303C-708F83BB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867C9-F2C6-8499-CDB3-17D3ADF54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Key Findings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9779CED-7BE2-EE0D-4DAD-CC2393EF2AC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[Summarize the top three evidence-backed insights with supporting metrics.]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1.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2.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3.  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endParaRPr lang="en-US"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1731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751A-AA32-2B6A-6571-C78EE67C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5ABDF-9EC2-D988-D060-DBE0FB4E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Key Recommendations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3B0302B-94E4-1622-58CA-F1BFE0B15DA8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[Present 3–4 prioritized recommendations with expected impact.]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1.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2.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3.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/>
              <a:t>4.   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endParaRPr lang="en-US"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3470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184B-B96D-AB63-8189-98921769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0873F-EEDF-5FEA-8347-0D9FD92A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58C856C-E871-1D81-9531-41D62F57135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[Provide a summary of observations in 3–5 bullet points.]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1.</a:t>
            </a:r>
          </a:p>
          <a:p>
            <a:pPr marL="0" indent="0">
              <a:buNone/>
            </a:pPr>
            <a:r>
              <a:rPr lang="en-US" sz="1800" dirty="0">
                <a:cs typeface="Arial"/>
              </a:rPr>
              <a:t>2.</a:t>
            </a:r>
          </a:p>
          <a:p>
            <a:pPr marL="0" indent="0">
              <a:buNone/>
            </a:pPr>
            <a:r>
              <a:rPr lang="en-US" sz="1800" dirty="0"/>
              <a:t>3.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4.</a:t>
            </a:r>
          </a:p>
          <a:p>
            <a:pPr marL="0" indent="0">
              <a:buNone/>
            </a:pP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74048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AEC7-EBC8-986E-26E8-53DFFA2D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1B0814-4448-D6CB-E142-6E930B0C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Appendix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3448522-74BF-A288-EB52-149299CDAF3A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26561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86F9-4C47-EBC2-FC9E-C576B0E6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182"/>
            <a:ext cx="10515600" cy="1325563"/>
          </a:xfrm>
        </p:spPr>
        <p:txBody>
          <a:bodyPr/>
          <a:lstStyle/>
          <a:p>
            <a:r>
              <a:rPr lang="en-US" dirty="0"/>
              <a:t>How to Use This Template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25AC1-C670-CA4D-02CE-E1BA2223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91"/>
            <a:ext cx="10515600" cy="278476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/>
              <a:t>Follow the instructions in the </a:t>
            </a:r>
            <a:r>
              <a:rPr lang="en-US" sz="2000" b="1" dirty="0"/>
              <a:t>Lab: Unified IT Solutions for XYZ Solutions</a:t>
            </a:r>
            <a:r>
              <a:rPr lang="en-US" sz="2000" dirty="0"/>
              <a:t> to create this presentation.</a:t>
            </a:r>
            <a:endParaRPr lang="en-US" dirty="0"/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/>
              <a:t>Ensure all content is visible on the slides. Content in the notes section will not be included.</a:t>
            </a:r>
            <a:endParaRPr lang="en-US" sz="2000" dirty="0">
              <a:ea typeface="+mn-lt"/>
              <a:cs typeface="+mn-lt"/>
            </a:endParaRPr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Do not insert screenshots</a:t>
            </a:r>
            <a:r>
              <a:rPr lang="en-US" sz="2000" dirty="0">
                <a:ea typeface="+mn-lt"/>
                <a:cs typeface="+mn-lt"/>
              </a:rPr>
              <a:t> of the completed templates. Instead, copy and paste the tables directly from the Word/Excel templates into the slides.</a:t>
            </a:r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Avoid animations, as they may not display consistently</a:t>
            </a:r>
            <a:r>
              <a:rPr lang="en-US" sz="2000" dirty="0"/>
              <a:t>.</a:t>
            </a:r>
            <a:endParaRPr lang="en-US" sz="2000" dirty="0">
              <a:cs typeface="Arial"/>
            </a:endParaRP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Add as many slides as needed to effectively present your content. </a:t>
            </a: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Expand the template tables with additional rows as necessary.</a:t>
            </a: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Feel free to include images or other elements to enhance your presentation.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45217-8133-BEB6-5F12-85BB09D10B73}"/>
              </a:ext>
            </a:extLst>
          </p:cNvPr>
          <p:cNvSpPr txBox="1"/>
          <p:nvPr/>
        </p:nvSpPr>
        <p:spPr>
          <a:xfrm>
            <a:off x="966355" y="4909381"/>
            <a:ext cx="10387445" cy="984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dirty="0">
                <a:solidFill>
                  <a:srgbClr val="DA1E28"/>
                </a:solidFill>
              </a:rPr>
              <a:t>Note: Before submission, remove the instruction and table of contents slides, as well as any placeholder instructions highlighted in yellow on individual slide.</a:t>
            </a:r>
            <a:r>
              <a:rPr lang="en-US" dirty="0"/>
              <a:t/>
            </a:r>
            <a:br>
              <a:rPr lang="en-US" dirty="0"/>
            </a:b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86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8DD-61E1-757A-4429-B01A52D1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C78-4448-4D1D-97E7-E642B12828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6973" y="1341438"/>
            <a:ext cx="10515600" cy="4435475"/>
          </a:xfrm>
        </p:spPr>
        <p:txBody>
          <a:bodyPr vert="horz" lIns="91440" tIns="45720" rIns="91440" bIns="45720" numCol="2" spcCol="720000" rtlCol="0" anchor="t">
            <a:noAutofit/>
          </a:bodyPr>
          <a:lstStyle/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Executive Summary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Introduction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Business Objectives</a:t>
            </a:r>
          </a:p>
          <a:p>
            <a:pPr marL="230400" indent="-230400"/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pPr marL="230400" indent="-230400">
              <a:buNone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Artifacts</a:t>
            </a:r>
          </a:p>
          <a:p>
            <a:pPr marL="229870" indent="-229870"/>
            <a:r>
              <a:rPr lang="en-US" sz="1600" dirty="0"/>
              <a:t>Project Initiation and Stakeholder Engagement </a:t>
            </a:r>
          </a:p>
          <a:p>
            <a:pPr marL="229870" indent="-229870"/>
            <a:r>
              <a:rPr lang="en-US" sz="1600" dirty="0"/>
              <a:t>Requirements Gathering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Project Planning and Risk Analysis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Process Modeling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Visualizations</a:t>
            </a:r>
            <a:endParaRPr lang="en-US" dirty="0"/>
          </a:p>
          <a:p>
            <a:pPr marL="229870" indent="-229870"/>
            <a:r>
              <a:rPr lang="en-US" sz="1600" dirty="0"/>
              <a:t>Dashboards</a:t>
            </a:r>
            <a:endParaRPr lang="en-US" dirty="0"/>
          </a:p>
          <a:p>
            <a:pPr marL="229870" indent="-229870"/>
            <a:r>
              <a:rPr lang="en-US" sz="1600" dirty="0"/>
              <a:t>System Design 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Database Design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Test Planning and Case Design Using TDD and BDD</a:t>
            </a:r>
          </a:p>
          <a:p>
            <a:pPr marL="229870" indent="-229870"/>
            <a:r>
              <a:rPr lang="en-US" sz="1600" dirty="0"/>
              <a:t>CI/CD Workflow and Monitoring Plan</a:t>
            </a:r>
            <a:endParaRPr lang="en-US" sz="1600" dirty="0">
              <a:cs typeface="Arial"/>
            </a:endParaRPr>
          </a:p>
          <a:p>
            <a:pPr marL="229870" indent="-229870">
              <a:buNone/>
            </a:pPr>
            <a:endParaRPr lang="en-US" sz="1600" b="1" dirty="0"/>
          </a:p>
          <a:p>
            <a:pPr marL="229870" indent="-229870">
              <a:buNone/>
            </a:pPr>
            <a:r>
              <a:rPr lang="en-US" sz="1600" b="1" dirty="0"/>
              <a:t>Findings and Recommendations</a:t>
            </a:r>
            <a:endParaRPr lang="en-US" dirty="0"/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Key Findings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Key Recommendations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Conclusion</a:t>
            </a:r>
          </a:p>
          <a:p>
            <a:pPr marL="229870" indent="-229870"/>
            <a:r>
              <a:rPr lang="en-US" sz="1600" dirty="0">
                <a:cs typeface="Arial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73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2">
      <a:dk1>
        <a:srgbClr val="00539A"/>
      </a:dk1>
      <a:lt1>
        <a:srgbClr val="FFFFFF"/>
      </a:lt1>
      <a:dk2>
        <a:srgbClr val="0F62FE"/>
      </a:dk2>
      <a:lt2>
        <a:srgbClr val="F2F4F8"/>
      </a:lt2>
      <a:accent1>
        <a:srgbClr val="00539A"/>
      </a:accent1>
      <a:accent2>
        <a:srgbClr val="8A3FFC"/>
      </a:accent2>
      <a:accent3>
        <a:srgbClr val="D02670"/>
      </a:accent3>
      <a:accent4>
        <a:srgbClr val="198038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6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2140</Words>
  <Application>Microsoft Office PowerPoint</Application>
  <PresentationFormat>Widescreen</PresentationFormat>
  <Paragraphs>416</Paragraphs>
  <Slides>44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Arial</vt:lpstr>
      <vt:lpstr>Arial Bold</vt:lpstr>
      <vt:lpstr>Calibri</vt:lpstr>
      <vt:lpstr>Roboto</vt:lpstr>
      <vt:lpstr>Roboto Light</vt:lpstr>
      <vt:lpstr>Times New Roman</vt:lpstr>
      <vt:lpstr>Office Theme</vt:lpstr>
      <vt:lpstr>Unified IT Solution for XYZ Health Solutions</vt:lpstr>
      <vt:lpstr>Executive Summary</vt:lpstr>
      <vt:lpstr>Introduction</vt:lpstr>
      <vt:lpstr>Objectives</vt:lpstr>
      <vt:lpstr>Artifacts</vt:lpstr>
      <vt:lpstr>Project Initiation and Stakeholder Engagement</vt:lpstr>
      <vt:lpstr>Project Initiation and Stakeholder Engagement</vt:lpstr>
      <vt:lpstr>Project Initiation and Stakeholder Engagement</vt:lpstr>
      <vt:lpstr>Requirements Gathering</vt:lpstr>
      <vt:lpstr>Requirements Gathering</vt:lpstr>
      <vt:lpstr>Requirements Gathering</vt:lpstr>
      <vt:lpstr>Project Planning and Risk Analysis</vt:lpstr>
      <vt:lpstr>Project Planning and Risk Analysis</vt:lpstr>
      <vt:lpstr>Project Planning and Risk Analysis</vt:lpstr>
      <vt:lpstr>Project Planning and Risk Analysis</vt:lpstr>
      <vt:lpstr>Project Planning and Risk Analysis</vt:lpstr>
      <vt:lpstr>Process Modeling</vt:lpstr>
      <vt:lpstr>Visualizations</vt:lpstr>
      <vt:lpstr>Visualizations</vt:lpstr>
      <vt:lpstr>Visualizations</vt:lpstr>
      <vt:lpstr>Visualizations</vt:lpstr>
      <vt:lpstr>Basic Visualizations</vt:lpstr>
      <vt:lpstr>Basic Visualizations</vt:lpstr>
      <vt:lpstr>Dashboards</vt:lpstr>
      <vt:lpstr>Dashboards</vt:lpstr>
      <vt:lpstr>System Design</vt:lpstr>
      <vt:lpstr>System Design</vt:lpstr>
      <vt:lpstr>System Design</vt:lpstr>
      <vt:lpstr>System Design</vt:lpstr>
      <vt:lpstr>System Design</vt:lpstr>
      <vt:lpstr>Database Design</vt:lpstr>
      <vt:lpstr>Database Design</vt:lpstr>
      <vt:lpstr>Database Design</vt:lpstr>
      <vt:lpstr>Test Planning and Case Design Using TDD and BDD</vt:lpstr>
      <vt:lpstr>Test Planning and Case Design Using TDD and BDD</vt:lpstr>
      <vt:lpstr>CI/CD Workflow and Monitoring Plan</vt:lpstr>
      <vt:lpstr>CI/CD Workflow and Monitoring Plan</vt:lpstr>
      <vt:lpstr>Findings and Recommendations</vt:lpstr>
      <vt:lpstr>Key Findings</vt:lpstr>
      <vt:lpstr>Key Recommendations</vt:lpstr>
      <vt:lpstr>Conclusion</vt:lpstr>
      <vt:lpstr>Appendix</vt:lpstr>
      <vt:lpstr>How to Use This Template</vt:lpstr>
      <vt:lpstr>Table of 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</dc:title>
  <dc:creator>Vaishali Rani</dc:creator>
  <cp:lastModifiedBy>Dennis</cp:lastModifiedBy>
  <cp:revision>377</cp:revision>
  <dcterms:created xsi:type="dcterms:W3CDTF">2025-08-12T09:00:23Z</dcterms:created>
  <dcterms:modified xsi:type="dcterms:W3CDTF">2025-09-05T00:39:59Z</dcterms:modified>
</cp:coreProperties>
</file>