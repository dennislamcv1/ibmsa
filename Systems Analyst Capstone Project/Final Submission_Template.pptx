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257" r:id="rId2"/>
    <p:sldId id="258" r:id="rId3"/>
    <p:sldId id="259" r:id="rId4"/>
    <p:sldId id="368" r:id="rId5"/>
    <p:sldId id="369" r:id="rId6"/>
    <p:sldId id="370" r:id="rId7"/>
    <p:sldId id="303" r:id="rId8"/>
    <p:sldId id="343" r:id="rId9"/>
    <p:sldId id="372" r:id="rId10"/>
    <p:sldId id="373" r:id="rId11"/>
    <p:sldId id="374" r:id="rId12"/>
    <p:sldId id="375" r:id="rId13"/>
    <p:sldId id="376" r:id="rId14"/>
    <p:sldId id="377" r:id="rId15"/>
    <p:sldId id="407" r:id="rId16"/>
    <p:sldId id="378" r:id="rId17"/>
    <p:sldId id="379" r:id="rId18"/>
    <p:sldId id="380" r:id="rId19"/>
    <p:sldId id="387" r:id="rId20"/>
    <p:sldId id="381" r:id="rId21"/>
    <p:sldId id="382" r:id="rId22"/>
    <p:sldId id="383" r:id="rId23"/>
    <p:sldId id="384" r:id="rId24"/>
    <p:sldId id="385" r:id="rId25"/>
    <p:sldId id="386" r:id="rId26"/>
    <p:sldId id="388" r:id="rId27"/>
    <p:sldId id="389" r:id="rId28"/>
    <p:sldId id="390" r:id="rId29"/>
    <p:sldId id="391" r:id="rId30"/>
    <p:sldId id="392" r:id="rId31"/>
    <p:sldId id="393" r:id="rId32"/>
    <p:sldId id="394" r:id="rId33"/>
    <p:sldId id="395" r:id="rId34"/>
    <p:sldId id="396" r:id="rId35"/>
    <p:sldId id="397" r:id="rId36"/>
    <p:sldId id="398" r:id="rId37"/>
    <p:sldId id="399" r:id="rId38"/>
    <p:sldId id="400" r:id="rId39"/>
    <p:sldId id="408" r:id="rId40"/>
    <p:sldId id="402" r:id="rId41"/>
    <p:sldId id="403" r:id="rId42"/>
    <p:sldId id="404" r:id="rId43"/>
    <p:sldId id="405" r:id="rId44"/>
    <p:sldId id="406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79EE2B-559B-DC2B-4C15-287514012CD8}" name="Vijay Gupta" initials="VG" userId="S::vijayg@skillup.tech::ae923e97-9288-45af-aa7f-91e714269c8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1E28"/>
    <a:srgbClr val="00539A"/>
    <a:srgbClr val="491D8B"/>
    <a:srgbClr val="9F1853"/>
    <a:srgbClr val="001D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5B3C99-197E-4386-A485-86885C8E6242}" v="649" dt="2025-08-17T20:56:24.056"/>
    <p1510:client id="{83AF0383-3602-44C9-9E35-5CF705783EF6}" v="15" dt="2025-08-18T06:53:18.792"/>
    <p1510:client id="{8F02465F-03D0-4A2C-B882-305F32397EDC}" v="160" dt="2025-08-16T21:38:08.8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967" y="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8/10/relationships/authors" Target="author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ishali Rani" userId="ad350793-3bcb-441e-b319-72f594e89c5d" providerId="ADAL" clId="{2B268D15-A62B-4D4F-AB20-48270D1796EA}"/>
    <pc:docChg chg="modSld modMainMaster">
      <pc:chgData name="Vaishali Rani" userId="ad350793-3bcb-441e-b319-72f594e89c5d" providerId="ADAL" clId="{2B268D15-A62B-4D4F-AB20-48270D1796EA}" dt="2025-08-12T16:57:43.279" v="1" actId="403"/>
      <pc:docMkLst>
        <pc:docMk/>
      </pc:docMkLst>
      <pc:sldChg chg="modSp mod">
        <pc:chgData name="Vaishali Rani" userId="ad350793-3bcb-441e-b319-72f594e89c5d" providerId="ADAL" clId="{2B268D15-A62B-4D4F-AB20-48270D1796EA}" dt="2025-08-12T16:57:43.279" v="1" actId="403"/>
        <pc:sldMkLst>
          <pc:docMk/>
          <pc:sldMk cId="3756981223" sldId="258"/>
        </pc:sldMkLst>
        <pc:spChg chg="mod">
          <ac:chgData name="Vaishali Rani" userId="ad350793-3bcb-441e-b319-72f594e89c5d" providerId="ADAL" clId="{2B268D15-A62B-4D4F-AB20-48270D1796EA}" dt="2025-08-12T16:57:43.279" v="1" actId="403"/>
          <ac:spMkLst>
            <pc:docMk/>
            <pc:sldMk cId="3756981223" sldId="258"/>
            <ac:spMk id="3" creationId="{7B04E27C-C591-24A3-967D-D6775A2BBC02}"/>
          </ac:spMkLst>
        </pc:spChg>
      </pc:sldChg>
      <pc:sldMasterChg chg="modSldLayout">
        <pc:chgData name="Vaishali Rani" userId="ad350793-3bcb-441e-b319-72f594e89c5d" providerId="ADAL" clId="{2B268D15-A62B-4D4F-AB20-48270D1796EA}" dt="2025-08-12T16:57:25.175" v="0" actId="16037"/>
        <pc:sldMasterMkLst>
          <pc:docMk/>
          <pc:sldMasterMk cId="325626033" sldId="2147483648"/>
        </pc:sldMasterMkLst>
        <pc:sldLayoutChg chg="modSp">
          <pc:chgData name="Vaishali Rani" userId="ad350793-3bcb-441e-b319-72f594e89c5d" providerId="ADAL" clId="{2B268D15-A62B-4D4F-AB20-48270D1796EA}" dt="2025-08-12T16:57:25.175" v="0" actId="16037"/>
          <pc:sldLayoutMkLst>
            <pc:docMk/>
            <pc:sldMasterMk cId="325626033" sldId="2147483648"/>
            <pc:sldLayoutMk cId="2377377432" sldId="2147483649"/>
          </pc:sldLayoutMkLst>
          <pc:spChg chg="mod">
            <ac:chgData name="Vaishali Rani" userId="ad350793-3bcb-441e-b319-72f594e89c5d" providerId="ADAL" clId="{2B268D15-A62B-4D4F-AB20-48270D1796EA}" dt="2025-08-12T16:57:25.175" v="0" actId="16037"/>
            <ac:spMkLst>
              <pc:docMk/>
              <pc:sldMasterMk cId="325626033" sldId="2147483648"/>
              <pc:sldLayoutMk cId="2377377432" sldId="2147483649"/>
              <ac:spMk id="12" creationId="{396EF56F-370E-954F-3816-54A9CD8AAB27}"/>
            </ac:spMkLst>
          </pc:spChg>
        </pc:sldLayoutChg>
      </pc:sldMasterChg>
    </pc:docChg>
  </pc:docChgLst>
  <pc:docChgLst>
    <pc:chgData name="Vijay Gupta" userId="Knz0KxKIIY+7Y/xB+6x08enkLGabzg4xfIAcHlb58H4=" providerId="None" clId="Web-{8F02465F-03D0-4A2C-B882-305F32397EDC}"/>
    <pc:docChg chg="addSld modSld">
      <pc:chgData name="Vijay Gupta" userId="Knz0KxKIIY+7Y/xB+6x08enkLGabzg4xfIAcHlb58H4=" providerId="None" clId="Web-{8F02465F-03D0-4A2C-B882-305F32397EDC}" dt="2025-08-16T21:38:08.862" v="161" actId="20577"/>
      <pc:docMkLst>
        <pc:docMk/>
      </pc:docMkLst>
      <pc:sldChg chg="modSp">
        <pc:chgData name="Vijay Gupta" userId="Knz0KxKIIY+7Y/xB+6x08enkLGabzg4xfIAcHlb58H4=" providerId="None" clId="Web-{8F02465F-03D0-4A2C-B882-305F32397EDC}" dt="2025-08-16T21:33:37.357" v="113" actId="20577"/>
        <pc:sldMkLst>
          <pc:docMk/>
          <pc:sldMk cId="1532860888" sldId="257"/>
        </pc:sldMkLst>
        <pc:spChg chg="mod">
          <ac:chgData name="Vijay Gupta" userId="Knz0KxKIIY+7Y/xB+6x08enkLGabzg4xfIAcHlb58H4=" providerId="None" clId="Web-{8F02465F-03D0-4A2C-B882-305F32397EDC}" dt="2025-08-16T21:31:24.480" v="101" actId="20577"/>
          <ac:spMkLst>
            <pc:docMk/>
            <pc:sldMk cId="1532860888" sldId="257"/>
            <ac:spMk id="3" creationId="{D6C25AC1-C670-CA4D-02CE-E1BA22231CBB}"/>
          </ac:spMkLst>
        </pc:spChg>
        <pc:spChg chg="mod">
          <ac:chgData name="Vijay Gupta" userId="Knz0KxKIIY+7Y/xB+6x08enkLGabzg4xfIAcHlb58H4=" providerId="None" clId="Web-{8F02465F-03D0-4A2C-B882-305F32397EDC}" dt="2025-08-16T21:33:37.357" v="113" actId="20577"/>
          <ac:spMkLst>
            <pc:docMk/>
            <pc:sldMk cId="1532860888" sldId="257"/>
            <ac:spMk id="4" creationId="{2F345217-8133-BEB6-5F12-85BB09D10B73}"/>
          </ac:spMkLst>
        </pc:spChg>
      </pc:sldChg>
      <pc:sldChg chg="addSp delSp modSp">
        <pc:chgData name="Vijay Gupta" userId="Knz0KxKIIY+7Y/xB+6x08enkLGabzg4xfIAcHlb58H4=" providerId="None" clId="Web-{8F02465F-03D0-4A2C-B882-305F32397EDC}" dt="2025-08-16T21:34:11.139" v="120"/>
        <pc:sldMkLst>
          <pc:docMk/>
          <pc:sldMk cId="3756981223" sldId="258"/>
        </pc:sldMkLst>
        <pc:spChg chg="add del mod">
          <ac:chgData name="Vijay Gupta" userId="Knz0KxKIIY+7Y/xB+6x08enkLGabzg4xfIAcHlb58H4=" providerId="None" clId="Web-{8F02465F-03D0-4A2C-B882-305F32397EDC}" dt="2025-08-16T21:34:01.639" v="118" actId="20577"/>
          <ac:spMkLst>
            <pc:docMk/>
            <pc:sldMk cId="3756981223" sldId="258"/>
            <ac:spMk id="3" creationId="{7B04E27C-C591-24A3-967D-D6775A2BBC02}"/>
          </ac:spMkLst>
        </pc:spChg>
      </pc:sldChg>
      <pc:sldChg chg="modSp">
        <pc:chgData name="Vijay Gupta" userId="Knz0KxKIIY+7Y/xB+6x08enkLGabzg4xfIAcHlb58H4=" providerId="None" clId="Web-{8F02465F-03D0-4A2C-B882-305F32397EDC}" dt="2025-08-16T21:34:31.015" v="129" actId="20577"/>
        <pc:sldMkLst>
          <pc:docMk/>
          <pc:sldMk cId="473396290" sldId="259"/>
        </pc:sldMkLst>
        <pc:spChg chg="mod">
          <ac:chgData name="Vijay Gupta" userId="Knz0KxKIIY+7Y/xB+6x08enkLGabzg4xfIAcHlb58H4=" providerId="None" clId="Web-{8F02465F-03D0-4A2C-B882-305F32397EDC}" dt="2025-08-16T21:34:31.015" v="129" actId="20577"/>
          <ac:spMkLst>
            <pc:docMk/>
            <pc:sldMk cId="473396290" sldId="259"/>
            <ac:spMk id="3" creationId="{79DC3C78-4448-4D1D-97E7-E642B12828B1}"/>
          </ac:spMkLst>
        </pc:spChg>
      </pc:sldChg>
      <pc:sldChg chg="addSp delSp modSp">
        <pc:chgData name="Vijay Gupta" userId="Knz0KxKIIY+7Y/xB+6x08enkLGabzg4xfIAcHlb58H4=" providerId="None" clId="Web-{8F02465F-03D0-4A2C-B882-305F32397EDC}" dt="2025-08-16T21:35:24.234" v="138" actId="1076"/>
        <pc:sldMkLst>
          <pc:docMk/>
          <pc:sldMk cId="2826685801" sldId="303"/>
        </pc:sldMkLst>
        <pc:spChg chg="mod">
          <ac:chgData name="Vijay Gupta" userId="Knz0KxKIIY+7Y/xB+6x08enkLGabzg4xfIAcHlb58H4=" providerId="None" clId="Web-{8F02465F-03D0-4A2C-B882-305F32397EDC}" dt="2025-08-16T21:35:24.234" v="138" actId="1076"/>
          <ac:spMkLst>
            <pc:docMk/>
            <pc:sldMk cId="2826685801" sldId="303"/>
            <ac:spMk id="2" creationId="{A797E2FD-202A-960A-E4CA-B2534C34ADC9}"/>
          </ac:spMkLst>
        </pc:spChg>
      </pc:sldChg>
      <pc:sldChg chg="modSp">
        <pc:chgData name="Vijay Gupta" userId="Knz0KxKIIY+7Y/xB+6x08enkLGabzg4xfIAcHlb58H4=" providerId="None" clId="Web-{8F02465F-03D0-4A2C-B882-305F32397EDC}" dt="2025-08-16T21:38:08.862" v="161" actId="20577"/>
        <pc:sldMkLst>
          <pc:docMk/>
          <pc:sldMk cId="3377156872" sldId="368"/>
        </pc:sldMkLst>
        <pc:spChg chg="mod">
          <ac:chgData name="Vijay Gupta" userId="Knz0KxKIIY+7Y/xB+6x08enkLGabzg4xfIAcHlb58H4=" providerId="None" clId="Web-{8F02465F-03D0-4A2C-B882-305F32397EDC}" dt="2025-08-16T21:38:08.862" v="161" actId="20577"/>
          <ac:spMkLst>
            <pc:docMk/>
            <pc:sldMk cId="3377156872" sldId="368"/>
            <ac:spMk id="3" creationId="{FE35D305-1814-B28B-73A0-AF88EC3D4589}"/>
          </ac:spMkLst>
        </pc:spChg>
      </pc:sldChg>
      <pc:sldChg chg="modSp">
        <pc:chgData name="Vijay Gupta" userId="Knz0KxKIIY+7Y/xB+6x08enkLGabzg4xfIAcHlb58H4=" providerId="None" clId="Web-{8F02465F-03D0-4A2C-B882-305F32397EDC}" dt="2025-08-16T21:35:04.328" v="135" actId="20577"/>
        <pc:sldMkLst>
          <pc:docMk/>
          <pc:sldMk cId="3057944921" sldId="369"/>
        </pc:sldMkLst>
        <pc:spChg chg="mod">
          <ac:chgData name="Vijay Gupta" userId="Knz0KxKIIY+7Y/xB+6x08enkLGabzg4xfIAcHlb58H4=" providerId="None" clId="Web-{8F02465F-03D0-4A2C-B882-305F32397EDC}" dt="2025-08-16T21:35:04.328" v="135" actId="20577"/>
          <ac:spMkLst>
            <pc:docMk/>
            <pc:sldMk cId="3057944921" sldId="369"/>
            <ac:spMk id="3" creationId="{A2228A40-6553-3659-03A7-738C440F8B8A}"/>
          </ac:spMkLst>
        </pc:spChg>
      </pc:sldChg>
      <pc:sldChg chg="addSp delSp modSp">
        <pc:chgData name="Vijay Gupta" userId="Knz0KxKIIY+7Y/xB+6x08enkLGabzg4xfIAcHlb58H4=" providerId="None" clId="Web-{8F02465F-03D0-4A2C-B882-305F32397EDC}" dt="2025-08-16T21:35:52.735" v="141" actId="1076"/>
        <pc:sldMkLst>
          <pc:docMk/>
          <pc:sldMk cId="2555747456" sldId="402"/>
        </pc:sldMkLst>
        <pc:spChg chg="mod">
          <ac:chgData name="Vijay Gupta" userId="Knz0KxKIIY+7Y/xB+6x08enkLGabzg4xfIAcHlb58H4=" providerId="None" clId="Web-{8F02465F-03D0-4A2C-B882-305F32397EDC}" dt="2025-08-16T21:35:52.735" v="141" actId="1076"/>
          <ac:spMkLst>
            <pc:docMk/>
            <pc:sldMk cId="2555747456" sldId="402"/>
            <ac:spMk id="3" creationId="{9E121CC5-F122-52A3-03A7-4C0CBFE2B73B}"/>
          </ac:spMkLst>
        </pc:spChg>
      </pc:sldChg>
      <pc:sldChg chg="modSp add replId">
        <pc:chgData name="Vijay Gupta" userId="Knz0KxKIIY+7Y/xB+6x08enkLGabzg4xfIAcHlb58H4=" providerId="None" clId="Web-{8F02465F-03D0-4A2C-B882-305F32397EDC}" dt="2025-08-16T21:37:30.252" v="160" actId="20577"/>
        <pc:sldMkLst>
          <pc:docMk/>
          <pc:sldMk cId="4262656106" sldId="406"/>
        </pc:sldMkLst>
        <pc:spChg chg="mod">
          <ac:chgData name="Vijay Gupta" userId="Knz0KxKIIY+7Y/xB+6x08enkLGabzg4xfIAcHlb58H4=" providerId="None" clId="Web-{8F02465F-03D0-4A2C-B882-305F32397EDC}" dt="2025-08-16T21:36:08.063" v="148" actId="20577"/>
          <ac:spMkLst>
            <pc:docMk/>
            <pc:sldMk cId="4262656106" sldId="406"/>
            <ac:spMk id="4" creationId="{261B0814-4448-D6CB-E142-6E930B0C5040}"/>
          </ac:spMkLst>
        </pc:spChg>
        <pc:spChg chg="mod">
          <ac:chgData name="Vijay Gupta" userId="Knz0KxKIIY+7Y/xB+6x08enkLGabzg4xfIAcHlb58H4=" providerId="None" clId="Web-{8F02465F-03D0-4A2C-B882-305F32397EDC}" dt="2025-08-16T21:37:30.252" v="160" actId="20577"/>
          <ac:spMkLst>
            <pc:docMk/>
            <pc:sldMk cId="4262656106" sldId="406"/>
            <ac:spMk id="8" creationId="{63448522-74BF-A288-EB52-149299CDAF3A}"/>
          </ac:spMkLst>
        </pc:spChg>
      </pc:sldChg>
    </pc:docChg>
  </pc:docChgLst>
  <pc:docChgLst>
    <pc:chgData name="Vijay Gupta" userId="Knz0KxKIIY+7Y/xB+6x08enkLGabzg4xfIAcHlb58H4=" providerId="None" clId="Web-{AA5A7E49-6B9C-447B-BEAC-E7A4F22BE52F}"/>
    <pc:docChg chg="modSld">
      <pc:chgData name="Vijay Gupta" userId="Knz0KxKIIY+7Y/xB+6x08enkLGabzg4xfIAcHlb58H4=" providerId="None" clId="Web-{AA5A7E49-6B9C-447B-BEAC-E7A4F22BE52F}" dt="2025-08-13T05:54:27.036" v="2"/>
      <pc:docMkLst>
        <pc:docMk/>
      </pc:docMkLst>
      <pc:sldChg chg="modSp">
        <pc:chgData name="Vijay Gupta" userId="Knz0KxKIIY+7Y/xB+6x08enkLGabzg4xfIAcHlb58H4=" providerId="None" clId="Web-{AA5A7E49-6B9C-447B-BEAC-E7A4F22BE52F}" dt="2025-08-13T05:54:27.036" v="2"/>
        <pc:sldMkLst>
          <pc:docMk/>
          <pc:sldMk cId="3756981223" sldId="258"/>
        </pc:sldMkLst>
        <pc:spChg chg="mod">
          <ac:chgData name="Vijay Gupta" userId="Knz0KxKIIY+7Y/xB+6x08enkLGabzg4xfIAcHlb58H4=" providerId="None" clId="Web-{AA5A7E49-6B9C-447B-BEAC-E7A4F22BE52F}" dt="2025-08-13T05:54:27.036" v="2"/>
          <ac:spMkLst>
            <pc:docMk/>
            <pc:sldMk cId="3756981223" sldId="258"/>
            <ac:spMk id="3" creationId="{7B04E27C-C591-24A3-967D-D6775A2BBC02}"/>
          </ac:spMkLst>
        </pc:spChg>
      </pc:sldChg>
    </pc:docChg>
  </pc:docChgLst>
  <pc:docChgLst>
    <pc:chgData name="Vijay Gupta" userId="Knz0KxKIIY+7Y/xB+6x08enkLGabzg4xfIAcHlb58H4=" providerId="None" clId="Web-{732EEB9F-A793-4BCD-96ED-9B94F62AF1AB}"/>
    <pc:docChg chg="modSld">
      <pc:chgData name="Vijay Gupta" userId="Knz0KxKIIY+7Y/xB+6x08enkLGabzg4xfIAcHlb58H4=" providerId="None" clId="Web-{732EEB9F-A793-4BCD-96ED-9B94F62AF1AB}" dt="2025-08-14T08:16:27.058" v="185" actId="20577"/>
      <pc:docMkLst>
        <pc:docMk/>
      </pc:docMkLst>
      <pc:sldChg chg="modSp">
        <pc:chgData name="Vijay Gupta" userId="Knz0KxKIIY+7Y/xB+6x08enkLGabzg4xfIAcHlb58H4=" providerId="None" clId="Web-{732EEB9F-A793-4BCD-96ED-9B94F62AF1AB}" dt="2025-08-14T08:16:27.058" v="185" actId="20577"/>
        <pc:sldMkLst>
          <pc:docMk/>
          <pc:sldMk cId="473396290" sldId="259"/>
        </pc:sldMkLst>
        <pc:spChg chg="mod">
          <ac:chgData name="Vijay Gupta" userId="Knz0KxKIIY+7Y/xB+6x08enkLGabzg4xfIAcHlb58H4=" providerId="None" clId="Web-{732EEB9F-A793-4BCD-96ED-9B94F62AF1AB}" dt="2025-08-14T08:16:27.058" v="185" actId="20577"/>
          <ac:spMkLst>
            <pc:docMk/>
            <pc:sldMk cId="473396290" sldId="259"/>
            <ac:spMk id="3" creationId="{79DC3C78-4448-4D1D-97E7-E642B12828B1}"/>
          </ac:spMkLst>
        </pc:spChg>
      </pc:sldChg>
    </pc:docChg>
  </pc:docChgLst>
  <pc:docChgLst>
    <pc:chgData name="Vijay Gupta" userId="Knz0KxKIIY+7Y/xB+6x08enkLGabzg4xfIAcHlb58H4=" providerId="None" clId="Web-{B680E391-A393-400F-A475-7444E19CA6E3}"/>
    <pc:docChg chg="modSld">
      <pc:chgData name="Vijay Gupta" userId="Knz0KxKIIY+7Y/xB+6x08enkLGabzg4xfIAcHlb58H4=" providerId="None" clId="Web-{B680E391-A393-400F-A475-7444E19CA6E3}" dt="2025-08-13T09:08:16.856" v="1" actId="20577"/>
      <pc:docMkLst>
        <pc:docMk/>
      </pc:docMkLst>
      <pc:sldChg chg="modSp">
        <pc:chgData name="Vijay Gupta" userId="Knz0KxKIIY+7Y/xB+6x08enkLGabzg4xfIAcHlb58H4=" providerId="None" clId="Web-{B680E391-A393-400F-A475-7444E19CA6E3}" dt="2025-08-13T09:08:16.856" v="1" actId="20577"/>
        <pc:sldMkLst>
          <pc:docMk/>
          <pc:sldMk cId="3684025570" sldId="370"/>
        </pc:sldMkLst>
        <pc:spChg chg="mod">
          <ac:chgData name="Vijay Gupta" userId="Knz0KxKIIY+7Y/xB+6x08enkLGabzg4xfIAcHlb58H4=" providerId="None" clId="Web-{B680E391-A393-400F-A475-7444E19CA6E3}" dt="2025-08-13T09:08:16.856" v="1" actId="20577"/>
          <ac:spMkLst>
            <pc:docMk/>
            <pc:sldMk cId="3684025570" sldId="370"/>
            <ac:spMk id="2" creationId="{61D67553-26A5-5154-779D-68121ACA07A7}"/>
          </ac:spMkLst>
        </pc:spChg>
      </pc:sldChg>
    </pc:docChg>
  </pc:docChgLst>
  <pc:docChgLst>
    <pc:chgData name="Vijay Gupta" userId="Knz0KxKIIY+7Y/xB+6x08enkLGabzg4xfIAcHlb58H4=" providerId="None" clId="Web-{83AF0383-3602-44C9-9E35-5CF705783EF6}"/>
    <pc:docChg chg="modSld">
      <pc:chgData name="Vijay Gupta" userId="Knz0KxKIIY+7Y/xB+6x08enkLGabzg4xfIAcHlb58H4=" providerId="None" clId="Web-{83AF0383-3602-44C9-9E35-5CF705783EF6}" dt="2025-08-18T06:53:18.792" v="9" actId="20577"/>
      <pc:docMkLst>
        <pc:docMk/>
      </pc:docMkLst>
      <pc:sldChg chg="modSp">
        <pc:chgData name="Vijay Gupta" userId="Knz0KxKIIY+7Y/xB+6x08enkLGabzg4xfIAcHlb58H4=" providerId="None" clId="Web-{83AF0383-3602-44C9-9E35-5CF705783EF6}" dt="2025-08-18T06:28:08.048" v="4" actId="20577"/>
        <pc:sldMkLst>
          <pc:docMk/>
          <pc:sldMk cId="1532860888" sldId="257"/>
        </pc:sldMkLst>
        <pc:spChg chg="mod">
          <ac:chgData name="Vijay Gupta" userId="Knz0KxKIIY+7Y/xB+6x08enkLGabzg4xfIAcHlb58H4=" providerId="None" clId="Web-{83AF0383-3602-44C9-9E35-5CF705783EF6}" dt="2025-08-18T06:27:39.251" v="0" actId="20577"/>
          <ac:spMkLst>
            <pc:docMk/>
            <pc:sldMk cId="1532860888" sldId="257"/>
            <ac:spMk id="3" creationId="{D6C25AC1-C670-CA4D-02CE-E1BA22231CBB}"/>
          </ac:spMkLst>
        </pc:spChg>
        <pc:spChg chg="mod">
          <ac:chgData name="Vijay Gupta" userId="Knz0KxKIIY+7Y/xB+6x08enkLGabzg4xfIAcHlb58H4=" providerId="None" clId="Web-{83AF0383-3602-44C9-9E35-5CF705783EF6}" dt="2025-08-18T06:28:08.048" v="4" actId="20577"/>
          <ac:spMkLst>
            <pc:docMk/>
            <pc:sldMk cId="1532860888" sldId="257"/>
            <ac:spMk id="4" creationId="{2F345217-8133-BEB6-5F12-85BB09D10B73}"/>
          </ac:spMkLst>
        </pc:spChg>
      </pc:sldChg>
      <pc:sldChg chg="modSp">
        <pc:chgData name="Vijay Gupta" userId="Knz0KxKIIY+7Y/xB+6x08enkLGabzg4xfIAcHlb58H4=" providerId="None" clId="Web-{83AF0383-3602-44C9-9E35-5CF705783EF6}" dt="2025-08-18T06:53:18.792" v="9" actId="20577"/>
        <pc:sldMkLst>
          <pc:docMk/>
          <pc:sldMk cId="649812310" sldId="372"/>
        </pc:sldMkLst>
        <pc:spChg chg="mod">
          <ac:chgData name="Vijay Gupta" userId="Knz0KxKIIY+7Y/xB+6x08enkLGabzg4xfIAcHlb58H4=" providerId="None" clId="Web-{83AF0383-3602-44C9-9E35-5CF705783EF6}" dt="2025-08-18T06:53:18.792" v="9" actId="20577"/>
          <ac:spMkLst>
            <pc:docMk/>
            <pc:sldMk cId="649812310" sldId="372"/>
            <ac:spMk id="8" creationId="{25B78938-8947-ED6F-BD84-6B7BC1589E42}"/>
          </ac:spMkLst>
        </pc:spChg>
      </pc:sldChg>
    </pc:docChg>
  </pc:docChgLst>
  <pc:docChgLst>
    <pc:chgData name="Vijay Gupta" userId="Knz0KxKIIY+7Y/xB+6x08enkLGabzg4xfIAcHlb58H4=" providerId="None" clId="Web-{715B3C99-197E-4386-A485-86885C8E6242}"/>
    <pc:docChg chg="addSld delSld modSld">
      <pc:chgData name="Vijay Gupta" userId="Knz0KxKIIY+7Y/xB+6x08enkLGabzg4xfIAcHlb58H4=" providerId="None" clId="Web-{715B3C99-197E-4386-A485-86885C8E6242}" dt="2025-08-17T20:56:24.056" v="594" actId="20577"/>
      <pc:docMkLst>
        <pc:docMk/>
      </pc:docMkLst>
      <pc:sldChg chg="modSp">
        <pc:chgData name="Vijay Gupta" userId="Knz0KxKIIY+7Y/xB+6x08enkLGabzg4xfIAcHlb58H4=" providerId="None" clId="Web-{715B3C99-197E-4386-A485-86885C8E6242}" dt="2025-08-17T20:05:14.426" v="147" actId="20577"/>
        <pc:sldMkLst>
          <pc:docMk/>
          <pc:sldMk cId="1532860888" sldId="257"/>
        </pc:sldMkLst>
        <pc:spChg chg="mod">
          <ac:chgData name="Vijay Gupta" userId="Knz0KxKIIY+7Y/xB+6x08enkLGabzg4xfIAcHlb58H4=" providerId="None" clId="Web-{715B3C99-197E-4386-A485-86885C8E6242}" dt="2025-08-17T20:05:14.426" v="147" actId="20577"/>
          <ac:spMkLst>
            <pc:docMk/>
            <pc:sldMk cId="1532860888" sldId="257"/>
            <ac:spMk id="4" creationId="{2F345217-8133-BEB6-5F12-85BB09D10B73}"/>
          </ac:spMkLst>
        </pc:spChg>
      </pc:sldChg>
      <pc:sldChg chg="modSp">
        <pc:chgData name="Vijay Gupta" userId="Knz0KxKIIY+7Y/xB+6x08enkLGabzg4xfIAcHlb58H4=" providerId="None" clId="Web-{715B3C99-197E-4386-A485-86885C8E6242}" dt="2025-08-17T20:07:17.927" v="174" actId="20577"/>
        <pc:sldMkLst>
          <pc:docMk/>
          <pc:sldMk cId="2746002738" sldId="343"/>
        </pc:sldMkLst>
        <pc:spChg chg="mod">
          <ac:chgData name="Vijay Gupta" userId="Knz0KxKIIY+7Y/xB+6x08enkLGabzg4xfIAcHlb58H4=" providerId="None" clId="Web-{715B3C99-197E-4386-A485-86885C8E6242}" dt="2025-08-17T20:07:17.927" v="174" actId="20577"/>
          <ac:spMkLst>
            <pc:docMk/>
            <pc:sldMk cId="2746002738" sldId="343"/>
            <ac:spMk id="8" creationId="{A8BE4308-1D98-CDF3-3F22-9CE0B8C58C6F}"/>
          </ac:spMkLst>
        </pc:spChg>
      </pc:sldChg>
      <pc:sldChg chg="modSp">
        <pc:chgData name="Vijay Gupta" userId="Knz0KxKIIY+7Y/xB+6x08enkLGabzg4xfIAcHlb58H4=" providerId="None" clId="Web-{715B3C99-197E-4386-A485-86885C8E6242}" dt="2025-08-17T20:06:46.193" v="164" actId="20577"/>
        <pc:sldMkLst>
          <pc:docMk/>
          <pc:sldMk cId="3377156872" sldId="368"/>
        </pc:sldMkLst>
        <pc:spChg chg="mod">
          <ac:chgData name="Vijay Gupta" userId="Knz0KxKIIY+7Y/xB+6x08enkLGabzg4xfIAcHlb58H4=" providerId="None" clId="Web-{715B3C99-197E-4386-A485-86885C8E6242}" dt="2025-08-17T20:06:46.193" v="164" actId="20577"/>
          <ac:spMkLst>
            <pc:docMk/>
            <pc:sldMk cId="3377156872" sldId="368"/>
            <ac:spMk id="3" creationId="{FE35D305-1814-B28B-73A0-AF88EC3D4589}"/>
          </ac:spMkLst>
        </pc:spChg>
      </pc:sldChg>
      <pc:sldChg chg="modSp">
        <pc:chgData name="Vijay Gupta" userId="Knz0KxKIIY+7Y/xB+6x08enkLGabzg4xfIAcHlb58H4=" providerId="None" clId="Web-{715B3C99-197E-4386-A485-86885C8E6242}" dt="2025-08-17T20:06:47.630" v="168" actId="20577"/>
        <pc:sldMkLst>
          <pc:docMk/>
          <pc:sldMk cId="3057944921" sldId="369"/>
        </pc:sldMkLst>
        <pc:spChg chg="mod">
          <ac:chgData name="Vijay Gupta" userId="Knz0KxKIIY+7Y/xB+6x08enkLGabzg4xfIAcHlb58H4=" providerId="None" clId="Web-{715B3C99-197E-4386-A485-86885C8E6242}" dt="2025-08-17T20:06:47.630" v="168" actId="20577"/>
          <ac:spMkLst>
            <pc:docMk/>
            <pc:sldMk cId="3057944921" sldId="369"/>
            <ac:spMk id="3" creationId="{A2228A40-6553-3659-03A7-738C440F8B8A}"/>
          </ac:spMkLst>
        </pc:spChg>
      </pc:sldChg>
      <pc:sldChg chg="modSp">
        <pc:chgData name="Vijay Gupta" userId="Knz0KxKIIY+7Y/xB+6x08enkLGabzg4xfIAcHlb58H4=" providerId="None" clId="Web-{715B3C99-197E-4386-A485-86885C8E6242}" dt="2025-08-17T20:07:03.771" v="171" actId="20577"/>
        <pc:sldMkLst>
          <pc:docMk/>
          <pc:sldMk cId="3684025570" sldId="370"/>
        </pc:sldMkLst>
        <pc:spChg chg="mod">
          <ac:chgData name="Vijay Gupta" userId="Knz0KxKIIY+7Y/xB+6x08enkLGabzg4xfIAcHlb58H4=" providerId="None" clId="Web-{715B3C99-197E-4386-A485-86885C8E6242}" dt="2025-08-17T20:07:03.771" v="171" actId="20577"/>
          <ac:spMkLst>
            <pc:docMk/>
            <pc:sldMk cId="3684025570" sldId="370"/>
            <ac:spMk id="3" creationId="{CD487492-1EC2-9E7C-EB0D-D407742FA862}"/>
          </ac:spMkLst>
        </pc:spChg>
      </pc:sldChg>
      <pc:sldChg chg="modSp">
        <pc:chgData name="Vijay Gupta" userId="Knz0KxKIIY+7Y/xB+6x08enkLGabzg4xfIAcHlb58H4=" providerId="None" clId="Web-{715B3C99-197E-4386-A485-86885C8E6242}" dt="2025-08-17T20:07:28.833" v="175" actId="20577"/>
        <pc:sldMkLst>
          <pc:docMk/>
          <pc:sldMk cId="649812310" sldId="372"/>
        </pc:sldMkLst>
        <pc:spChg chg="mod">
          <ac:chgData name="Vijay Gupta" userId="Knz0KxKIIY+7Y/xB+6x08enkLGabzg4xfIAcHlb58H4=" providerId="None" clId="Web-{715B3C99-197E-4386-A485-86885C8E6242}" dt="2025-08-17T20:07:28.833" v="175" actId="20577"/>
          <ac:spMkLst>
            <pc:docMk/>
            <pc:sldMk cId="649812310" sldId="372"/>
            <ac:spMk id="8" creationId="{25B78938-8947-ED6F-BD84-6B7BC1589E42}"/>
          </ac:spMkLst>
        </pc:spChg>
      </pc:sldChg>
      <pc:sldChg chg="modSp">
        <pc:chgData name="Vijay Gupta" userId="Knz0KxKIIY+7Y/xB+6x08enkLGabzg4xfIAcHlb58H4=" providerId="None" clId="Web-{715B3C99-197E-4386-A485-86885C8E6242}" dt="2025-08-17T20:08:06.068" v="181" actId="20577"/>
        <pc:sldMkLst>
          <pc:docMk/>
          <pc:sldMk cId="1264807580" sldId="373"/>
        </pc:sldMkLst>
        <pc:spChg chg="mod">
          <ac:chgData name="Vijay Gupta" userId="Knz0KxKIIY+7Y/xB+6x08enkLGabzg4xfIAcHlb58H4=" providerId="None" clId="Web-{715B3C99-197E-4386-A485-86885C8E6242}" dt="2025-08-17T20:08:06.068" v="181" actId="20577"/>
          <ac:spMkLst>
            <pc:docMk/>
            <pc:sldMk cId="1264807580" sldId="373"/>
            <ac:spMk id="8" creationId="{F3A1BE54-E011-A20C-CE51-1D9F007CF5C5}"/>
          </ac:spMkLst>
        </pc:spChg>
      </pc:sldChg>
      <pc:sldChg chg="modSp">
        <pc:chgData name="Vijay Gupta" userId="Knz0KxKIIY+7Y/xB+6x08enkLGabzg4xfIAcHlb58H4=" providerId="None" clId="Web-{715B3C99-197E-4386-A485-86885C8E6242}" dt="2025-08-17T20:08:55.240" v="192" actId="20577"/>
        <pc:sldMkLst>
          <pc:docMk/>
          <pc:sldMk cId="107192024" sldId="374"/>
        </pc:sldMkLst>
        <pc:spChg chg="mod">
          <ac:chgData name="Vijay Gupta" userId="Knz0KxKIIY+7Y/xB+6x08enkLGabzg4xfIAcHlb58H4=" providerId="None" clId="Web-{715B3C99-197E-4386-A485-86885C8E6242}" dt="2025-08-17T20:08:55.240" v="192" actId="20577"/>
          <ac:spMkLst>
            <pc:docMk/>
            <pc:sldMk cId="107192024" sldId="374"/>
            <ac:spMk id="8" creationId="{1C371C2C-9AFA-178C-34D1-0C089CE7C789}"/>
          </ac:spMkLst>
        </pc:spChg>
      </pc:sldChg>
      <pc:sldChg chg="modSp">
        <pc:chgData name="Vijay Gupta" userId="Knz0KxKIIY+7Y/xB+6x08enkLGabzg4xfIAcHlb58H4=" providerId="None" clId="Web-{715B3C99-197E-4386-A485-86885C8E6242}" dt="2025-08-17T20:10:23.991" v="198" actId="20577"/>
        <pc:sldMkLst>
          <pc:docMk/>
          <pc:sldMk cId="3077946937" sldId="375"/>
        </pc:sldMkLst>
        <pc:spChg chg="mod">
          <ac:chgData name="Vijay Gupta" userId="Knz0KxKIIY+7Y/xB+6x08enkLGabzg4xfIAcHlb58H4=" providerId="None" clId="Web-{715B3C99-197E-4386-A485-86885C8E6242}" dt="2025-08-17T20:10:23.991" v="198" actId="20577"/>
          <ac:spMkLst>
            <pc:docMk/>
            <pc:sldMk cId="3077946937" sldId="375"/>
            <ac:spMk id="8" creationId="{AE6DA914-A2CC-478F-879B-0390CE6488F4}"/>
          </ac:spMkLst>
        </pc:spChg>
      </pc:sldChg>
      <pc:sldChg chg="modSp">
        <pc:chgData name="Vijay Gupta" userId="Knz0KxKIIY+7Y/xB+6x08enkLGabzg4xfIAcHlb58H4=" providerId="None" clId="Web-{715B3C99-197E-4386-A485-86885C8E6242}" dt="2025-08-17T20:10:56.991" v="204" actId="20577"/>
        <pc:sldMkLst>
          <pc:docMk/>
          <pc:sldMk cId="763343921" sldId="376"/>
        </pc:sldMkLst>
        <pc:spChg chg="mod">
          <ac:chgData name="Vijay Gupta" userId="Knz0KxKIIY+7Y/xB+6x08enkLGabzg4xfIAcHlb58H4=" providerId="None" clId="Web-{715B3C99-197E-4386-A485-86885C8E6242}" dt="2025-08-17T20:10:56.991" v="204" actId="20577"/>
          <ac:spMkLst>
            <pc:docMk/>
            <pc:sldMk cId="763343921" sldId="376"/>
            <ac:spMk id="8" creationId="{C12E9D48-7404-B389-7D8A-3A5774B90994}"/>
          </ac:spMkLst>
        </pc:spChg>
      </pc:sldChg>
      <pc:sldChg chg="modSp">
        <pc:chgData name="Vijay Gupta" userId="Knz0KxKIIY+7Y/xB+6x08enkLGabzg4xfIAcHlb58H4=" providerId="None" clId="Web-{715B3C99-197E-4386-A485-86885C8E6242}" dt="2025-08-17T20:11:45.507" v="213" actId="20577"/>
        <pc:sldMkLst>
          <pc:docMk/>
          <pc:sldMk cId="2270252916" sldId="377"/>
        </pc:sldMkLst>
        <pc:spChg chg="mod">
          <ac:chgData name="Vijay Gupta" userId="Knz0KxKIIY+7Y/xB+6x08enkLGabzg4xfIAcHlb58H4=" providerId="None" clId="Web-{715B3C99-197E-4386-A485-86885C8E6242}" dt="2025-08-17T20:11:45.507" v="213" actId="20577"/>
          <ac:spMkLst>
            <pc:docMk/>
            <pc:sldMk cId="2270252916" sldId="377"/>
            <ac:spMk id="8" creationId="{BDBAF68E-7DF9-0CAA-8CA8-9B3288B3C2C3}"/>
          </ac:spMkLst>
        </pc:spChg>
      </pc:sldChg>
      <pc:sldChg chg="modSp">
        <pc:chgData name="Vijay Gupta" userId="Knz0KxKIIY+7Y/xB+6x08enkLGabzg4xfIAcHlb58H4=" providerId="None" clId="Web-{715B3C99-197E-4386-A485-86885C8E6242}" dt="2025-08-17T20:14:12.493" v="227" actId="20577"/>
        <pc:sldMkLst>
          <pc:docMk/>
          <pc:sldMk cId="834507578" sldId="378"/>
        </pc:sldMkLst>
        <pc:spChg chg="mod">
          <ac:chgData name="Vijay Gupta" userId="Knz0KxKIIY+7Y/xB+6x08enkLGabzg4xfIAcHlb58H4=" providerId="None" clId="Web-{715B3C99-197E-4386-A485-86885C8E6242}" dt="2025-08-17T20:14:12.493" v="227" actId="20577"/>
          <ac:spMkLst>
            <pc:docMk/>
            <pc:sldMk cId="834507578" sldId="378"/>
            <ac:spMk id="8" creationId="{33B50135-4B3C-1F31-9594-890C0102F91C}"/>
          </ac:spMkLst>
        </pc:spChg>
      </pc:sldChg>
      <pc:sldChg chg="modSp">
        <pc:chgData name="Vijay Gupta" userId="Knz0KxKIIY+7Y/xB+6x08enkLGabzg4xfIAcHlb58H4=" providerId="None" clId="Web-{715B3C99-197E-4386-A485-86885C8E6242}" dt="2025-08-17T20:14:51.181" v="233" actId="20577"/>
        <pc:sldMkLst>
          <pc:docMk/>
          <pc:sldMk cId="180998137" sldId="379"/>
        </pc:sldMkLst>
        <pc:spChg chg="mod">
          <ac:chgData name="Vijay Gupta" userId="Knz0KxKIIY+7Y/xB+6x08enkLGabzg4xfIAcHlb58H4=" providerId="None" clId="Web-{715B3C99-197E-4386-A485-86885C8E6242}" dt="2025-08-17T20:14:51.181" v="233" actId="20577"/>
          <ac:spMkLst>
            <pc:docMk/>
            <pc:sldMk cId="180998137" sldId="379"/>
            <ac:spMk id="8" creationId="{60CB1FF5-FBC0-D6B7-0DAA-BD6FE1419F58}"/>
          </ac:spMkLst>
        </pc:spChg>
      </pc:sldChg>
      <pc:sldChg chg="modSp">
        <pc:chgData name="Vijay Gupta" userId="Knz0KxKIIY+7Y/xB+6x08enkLGabzg4xfIAcHlb58H4=" providerId="None" clId="Web-{715B3C99-197E-4386-A485-86885C8E6242}" dt="2025-08-17T20:15:47.900" v="239" actId="20577"/>
        <pc:sldMkLst>
          <pc:docMk/>
          <pc:sldMk cId="4223604304" sldId="380"/>
        </pc:sldMkLst>
        <pc:spChg chg="mod">
          <ac:chgData name="Vijay Gupta" userId="Knz0KxKIIY+7Y/xB+6x08enkLGabzg4xfIAcHlb58H4=" providerId="None" clId="Web-{715B3C99-197E-4386-A485-86885C8E6242}" dt="2025-08-17T20:15:47.900" v="239" actId="20577"/>
          <ac:spMkLst>
            <pc:docMk/>
            <pc:sldMk cId="4223604304" sldId="380"/>
            <ac:spMk id="8" creationId="{5461BD33-D8F8-4077-88C1-4380676CC1BC}"/>
          </ac:spMkLst>
        </pc:spChg>
      </pc:sldChg>
      <pc:sldChg chg="modSp">
        <pc:chgData name="Vijay Gupta" userId="Knz0KxKIIY+7Y/xB+6x08enkLGabzg4xfIAcHlb58H4=" providerId="None" clId="Web-{715B3C99-197E-4386-A485-86885C8E6242}" dt="2025-08-17T20:18:51.980" v="271" actId="20577"/>
        <pc:sldMkLst>
          <pc:docMk/>
          <pc:sldMk cId="600071485" sldId="381"/>
        </pc:sldMkLst>
        <pc:spChg chg="mod">
          <ac:chgData name="Vijay Gupta" userId="Knz0KxKIIY+7Y/xB+6x08enkLGabzg4xfIAcHlb58H4=" providerId="None" clId="Web-{715B3C99-197E-4386-A485-86885C8E6242}" dt="2025-08-17T20:18:51.980" v="271" actId="20577"/>
          <ac:spMkLst>
            <pc:docMk/>
            <pc:sldMk cId="600071485" sldId="381"/>
            <ac:spMk id="4" creationId="{9F0778EA-714F-0E6B-21E5-42866D8271BA}"/>
          </ac:spMkLst>
        </pc:spChg>
        <pc:spChg chg="mod">
          <ac:chgData name="Vijay Gupta" userId="Knz0KxKIIY+7Y/xB+6x08enkLGabzg4xfIAcHlb58H4=" providerId="None" clId="Web-{715B3C99-197E-4386-A485-86885C8E6242}" dt="2025-08-17T20:18:16.198" v="260" actId="20577"/>
          <ac:spMkLst>
            <pc:docMk/>
            <pc:sldMk cId="600071485" sldId="381"/>
            <ac:spMk id="8" creationId="{5DB30CA7-C0DA-FCB6-EB08-D6DF5AE32631}"/>
          </ac:spMkLst>
        </pc:spChg>
      </pc:sldChg>
      <pc:sldChg chg="modSp">
        <pc:chgData name="Vijay Gupta" userId="Knz0KxKIIY+7Y/xB+6x08enkLGabzg4xfIAcHlb58H4=" providerId="None" clId="Web-{715B3C99-197E-4386-A485-86885C8E6242}" dt="2025-08-17T20:19:22.449" v="277" actId="20577"/>
        <pc:sldMkLst>
          <pc:docMk/>
          <pc:sldMk cId="2303758082" sldId="382"/>
        </pc:sldMkLst>
        <pc:spChg chg="mod">
          <ac:chgData name="Vijay Gupta" userId="Knz0KxKIIY+7Y/xB+6x08enkLGabzg4xfIAcHlb58H4=" providerId="None" clId="Web-{715B3C99-197E-4386-A485-86885C8E6242}" dt="2025-08-17T20:18:46.339" v="270" actId="20577"/>
          <ac:spMkLst>
            <pc:docMk/>
            <pc:sldMk cId="2303758082" sldId="382"/>
            <ac:spMk id="4" creationId="{4A753E57-B999-36AC-A030-01A2E799EC22}"/>
          </ac:spMkLst>
        </pc:spChg>
        <pc:spChg chg="mod">
          <ac:chgData name="Vijay Gupta" userId="Knz0KxKIIY+7Y/xB+6x08enkLGabzg4xfIAcHlb58H4=" providerId="None" clId="Web-{715B3C99-197E-4386-A485-86885C8E6242}" dt="2025-08-17T20:19:22.449" v="277" actId="20577"/>
          <ac:spMkLst>
            <pc:docMk/>
            <pc:sldMk cId="2303758082" sldId="382"/>
            <ac:spMk id="8" creationId="{5F2E1F99-3D94-20DA-E5CD-9E383A187A12}"/>
          </ac:spMkLst>
        </pc:spChg>
      </pc:sldChg>
      <pc:sldChg chg="modSp">
        <pc:chgData name="Vijay Gupta" userId="Knz0KxKIIY+7Y/xB+6x08enkLGabzg4xfIAcHlb58H4=" providerId="None" clId="Web-{715B3C99-197E-4386-A485-86885C8E6242}" dt="2025-08-17T20:20:15.762" v="298" actId="20577"/>
        <pc:sldMkLst>
          <pc:docMk/>
          <pc:sldMk cId="331697403" sldId="383"/>
        </pc:sldMkLst>
        <pc:spChg chg="mod">
          <ac:chgData name="Vijay Gupta" userId="Knz0KxKIIY+7Y/xB+6x08enkLGabzg4xfIAcHlb58H4=" providerId="None" clId="Web-{715B3C99-197E-4386-A485-86885C8E6242}" dt="2025-08-17T20:19:28.387" v="278" actId="20577"/>
          <ac:spMkLst>
            <pc:docMk/>
            <pc:sldMk cId="331697403" sldId="383"/>
            <ac:spMk id="4" creationId="{A47C3EB1-E070-06E1-D87C-83452B06E27F}"/>
          </ac:spMkLst>
        </pc:spChg>
        <pc:spChg chg="mod">
          <ac:chgData name="Vijay Gupta" userId="Knz0KxKIIY+7Y/xB+6x08enkLGabzg4xfIAcHlb58H4=" providerId="None" clId="Web-{715B3C99-197E-4386-A485-86885C8E6242}" dt="2025-08-17T20:20:15.762" v="298" actId="20577"/>
          <ac:spMkLst>
            <pc:docMk/>
            <pc:sldMk cId="331697403" sldId="383"/>
            <ac:spMk id="8" creationId="{06C3F8D1-306E-C233-3E74-BAD52CAA1D43}"/>
          </ac:spMkLst>
        </pc:spChg>
      </pc:sldChg>
      <pc:sldChg chg="modSp">
        <pc:chgData name="Vijay Gupta" userId="Knz0KxKIIY+7Y/xB+6x08enkLGabzg4xfIAcHlb58H4=" providerId="None" clId="Web-{715B3C99-197E-4386-A485-86885C8E6242}" dt="2025-08-17T20:23:20.998" v="348" actId="20577"/>
        <pc:sldMkLst>
          <pc:docMk/>
          <pc:sldMk cId="4253916651" sldId="384"/>
        </pc:sldMkLst>
        <pc:spChg chg="mod">
          <ac:chgData name="Vijay Gupta" userId="Knz0KxKIIY+7Y/xB+6x08enkLGabzg4xfIAcHlb58H4=" providerId="None" clId="Web-{715B3C99-197E-4386-A485-86885C8E6242}" dt="2025-08-17T20:20:20.981" v="299" actId="20577"/>
          <ac:spMkLst>
            <pc:docMk/>
            <pc:sldMk cId="4253916651" sldId="384"/>
            <ac:spMk id="4" creationId="{64C29890-83A6-BBD2-08EB-C82FF7535F4D}"/>
          </ac:spMkLst>
        </pc:spChg>
        <pc:spChg chg="mod">
          <ac:chgData name="Vijay Gupta" userId="Knz0KxKIIY+7Y/xB+6x08enkLGabzg4xfIAcHlb58H4=" providerId="None" clId="Web-{715B3C99-197E-4386-A485-86885C8E6242}" dt="2025-08-17T20:23:20.998" v="348" actId="20577"/>
          <ac:spMkLst>
            <pc:docMk/>
            <pc:sldMk cId="4253916651" sldId="384"/>
            <ac:spMk id="8" creationId="{708FC1F8-98DD-2823-7182-3801E0D427EA}"/>
          </ac:spMkLst>
        </pc:spChg>
      </pc:sldChg>
      <pc:sldChg chg="modSp">
        <pc:chgData name="Vijay Gupta" userId="Knz0KxKIIY+7Y/xB+6x08enkLGabzg4xfIAcHlb58H4=" providerId="None" clId="Web-{715B3C99-197E-4386-A485-86885C8E6242}" dt="2025-08-17T20:23:36.483" v="352" actId="20577"/>
        <pc:sldMkLst>
          <pc:docMk/>
          <pc:sldMk cId="1798311183" sldId="385"/>
        </pc:sldMkLst>
        <pc:spChg chg="mod">
          <ac:chgData name="Vijay Gupta" userId="Knz0KxKIIY+7Y/xB+6x08enkLGabzg4xfIAcHlb58H4=" providerId="None" clId="Web-{715B3C99-197E-4386-A485-86885C8E6242}" dt="2025-08-17T20:23:36.483" v="352" actId="20577"/>
          <ac:spMkLst>
            <pc:docMk/>
            <pc:sldMk cId="1798311183" sldId="385"/>
            <ac:spMk id="8" creationId="{7C3CD341-F7EB-7AF7-5EB3-3736888A0D72}"/>
          </ac:spMkLst>
        </pc:spChg>
      </pc:sldChg>
      <pc:sldChg chg="modSp">
        <pc:chgData name="Vijay Gupta" userId="Knz0KxKIIY+7Y/xB+6x08enkLGabzg4xfIAcHlb58H4=" providerId="None" clId="Web-{715B3C99-197E-4386-A485-86885C8E6242}" dt="2025-08-17T20:22:28.841" v="335" actId="20577"/>
        <pc:sldMkLst>
          <pc:docMk/>
          <pc:sldMk cId="402714348" sldId="386"/>
        </pc:sldMkLst>
        <pc:spChg chg="mod">
          <ac:chgData name="Vijay Gupta" userId="Knz0KxKIIY+7Y/xB+6x08enkLGabzg4xfIAcHlb58H4=" providerId="None" clId="Web-{715B3C99-197E-4386-A485-86885C8E6242}" dt="2025-08-17T20:22:28.841" v="335" actId="20577"/>
          <ac:spMkLst>
            <pc:docMk/>
            <pc:sldMk cId="402714348" sldId="386"/>
            <ac:spMk id="8" creationId="{47E4D08E-3A29-E6AD-A04F-70123EFB6E42}"/>
          </ac:spMkLst>
        </pc:spChg>
      </pc:sldChg>
      <pc:sldChg chg="modSp">
        <pc:chgData name="Vijay Gupta" userId="Knz0KxKIIY+7Y/xB+6x08enkLGabzg4xfIAcHlb58H4=" providerId="None" clId="Web-{715B3C99-197E-4386-A485-86885C8E6242}" dt="2025-08-17T20:16:46.057" v="245" actId="20577"/>
        <pc:sldMkLst>
          <pc:docMk/>
          <pc:sldMk cId="1690680625" sldId="387"/>
        </pc:sldMkLst>
        <pc:spChg chg="mod">
          <ac:chgData name="Vijay Gupta" userId="Knz0KxKIIY+7Y/xB+6x08enkLGabzg4xfIAcHlb58H4=" providerId="None" clId="Web-{715B3C99-197E-4386-A485-86885C8E6242}" dt="2025-08-17T20:16:46.057" v="245" actId="20577"/>
          <ac:spMkLst>
            <pc:docMk/>
            <pc:sldMk cId="1690680625" sldId="387"/>
            <ac:spMk id="8" creationId="{272E9F1D-20A5-5EDA-6D2E-C59D716D80F2}"/>
          </ac:spMkLst>
        </pc:spChg>
      </pc:sldChg>
      <pc:sldChg chg="modSp">
        <pc:chgData name="Vijay Gupta" userId="Knz0KxKIIY+7Y/xB+6x08enkLGabzg4xfIAcHlb58H4=" providerId="None" clId="Web-{715B3C99-197E-4386-A485-86885C8E6242}" dt="2025-08-17T20:26:36.640" v="400" actId="20577"/>
        <pc:sldMkLst>
          <pc:docMk/>
          <pc:sldMk cId="3660236816" sldId="388"/>
        </pc:sldMkLst>
        <pc:spChg chg="mod">
          <ac:chgData name="Vijay Gupta" userId="Knz0KxKIIY+7Y/xB+6x08enkLGabzg4xfIAcHlb58H4=" providerId="None" clId="Web-{715B3C99-197E-4386-A485-86885C8E6242}" dt="2025-08-17T20:23:57.701" v="354" actId="20577"/>
          <ac:spMkLst>
            <pc:docMk/>
            <pc:sldMk cId="3660236816" sldId="388"/>
            <ac:spMk id="4" creationId="{04F24E7B-02A4-5DDC-23B8-1A939D85D339}"/>
          </ac:spMkLst>
        </pc:spChg>
        <pc:spChg chg="mod">
          <ac:chgData name="Vijay Gupta" userId="Knz0KxKIIY+7Y/xB+6x08enkLGabzg4xfIAcHlb58H4=" providerId="None" clId="Web-{715B3C99-197E-4386-A485-86885C8E6242}" dt="2025-08-17T20:26:36.640" v="400" actId="20577"/>
          <ac:spMkLst>
            <pc:docMk/>
            <pc:sldMk cId="3660236816" sldId="388"/>
            <ac:spMk id="8" creationId="{1E9CA61F-6C76-D2E6-2115-FDE3FCE0C379}"/>
          </ac:spMkLst>
        </pc:spChg>
      </pc:sldChg>
      <pc:sldChg chg="modSp">
        <pc:chgData name="Vijay Gupta" userId="Knz0KxKIIY+7Y/xB+6x08enkLGabzg4xfIAcHlb58H4=" providerId="None" clId="Web-{715B3C99-197E-4386-A485-86885C8E6242}" dt="2025-08-17T20:25:17.030" v="380" actId="20577"/>
        <pc:sldMkLst>
          <pc:docMk/>
          <pc:sldMk cId="4136547602" sldId="389"/>
        </pc:sldMkLst>
        <pc:spChg chg="mod">
          <ac:chgData name="Vijay Gupta" userId="Knz0KxKIIY+7Y/xB+6x08enkLGabzg4xfIAcHlb58H4=" providerId="None" clId="Web-{715B3C99-197E-4386-A485-86885C8E6242}" dt="2025-08-17T20:24:21.686" v="357" actId="20577"/>
          <ac:spMkLst>
            <pc:docMk/>
            <pc:sldMk cId="4136547602" sldId="389"/>
            <ac:spMk id="4" creationId="{532E5575-5A6A-2E8D-4340-D57C57002FE7}"/>
          </ac:spMkLst>
        </pc:spChg>
        <pc:spChg chg="mod">
          <ac:chgData name="Vijay Gupta" userId="Knz0KxKIIY+7Y/xB+6x08enkLGabzg4xfIAcHlb58H4=" providerId="None" clId="Web-{715B3C99-197E-4386-A485-86885C8E6242}" dt="2025-08-17T20:25:17.030" v="380" actId="20577"/>
          <ac:spMkLst>
            <pc:docMk/>
            <pc:sldMk cId="4136547602" sldId="389"/>
            <ac:spMk id="8" creationId="{222AD836-A238-DD5D-9A60-EE7B8DE56331}"/>
          </ac:spMkLst>
        </pc:spChg>
      </pc:sldChg>
      <pc:sldChg chg="modSp">
        <pc:chgData name="Vijay Gupta" userId="Knz0KxKIIY+7Y/xB+6x08enkLGabzg4xfIAcHlb58H4=" providerId="None" clId="Web-{715B3C99-197E-4386-A485-86885C8E6242}" dt="2025-08-17T20:27:27.500" v="407" actId="20577"/>
        <pc:sldMkLst>
          <pc:docMk/>
          <pc:sldMk cId="2185482482" sldId="390"/>
        </pc:sldMkLst>
        <pc:spChg chg="mod">
          <ac:chgData name="Vijay Gupta" userId="Knz0KxKIIY+7Y/xB+6x08enkLGabzg4xfIAcHlb58H4=" providerId="None" clId="Web-{715B3C99-197E-4386-A485-86885C8E6242}" dt="2025-08-17T20:27:27.500" v="407" actId="20577"/>
          <ac:spMkLst>
            <pc:docMk/>
            <pc:sldMk cId="2185482482" sldId="390"/>
            <ac:spMk id="8" creationId="{DB049CFC-0239-E617-90F7-4A261297D600}"/>
          </ac:spMkLst>
        </pc:spChg>
      </pc:sldChg>
      <pc:sldChg chg="modSp">
        <pc:chgData name="Vijay Gupta" userId="Knz0KxKIIY+7Y/xB+6x08enkLGabzg4xfIAcHlb58H4=" providerId="None" clId="Web-{715B3C99-197E-4386-A485-86885C8E6242}" dt="2025-08-17T20:27:46.469" v="413" actId="20577"/>
        <pc:sldMkLst>
          <pc:docMk/>
          <pc:sldMk cId="4238968842" sldId="391"/>
        </pc:sldMkLst>
        <pc:spChg chg="mod">
          <ac:chgData name="Vijay Gupta" userId="Knz0KxKIIY+7Y/xB+6x08enkLGabzg4xfIAcHlb58H4=" providerId="None" clId="Web-{715B3C99-197E-4386-A485-86885C8E6242}" dt="2025-08-17T20:27:46.469" v="413" actId="20577"/>
          <ac:spMkLst>
            <pc:docMk/>
            <pc:sldMk cId="4238968842" sldId="391"/>
            <ac:spMk id="8" creationId="{ADD21A90-2949-64C5-5B7F-3467C985E63C}"/>
          </ac:spMkLst>
        </pc:spChg>
      </pc:sldChg>
      <pc:sldChg chg="modSp">
        <pc:chgData name="Vijay Gupta" userId="Knz0KxKIIY+7Y/xB+6x08enkLGabzg4xfIAcHlb58H4=" providerId="None" clId="Web-{715B3C99-197E-4386-A485-86885C8E6242}" dt="2025-08-17T20:28:22.547" v="420" actId="20577"/>
        <pc:sldMkLst>
          <pc:docMk/>
          <pc:sldMk cId="3886338880" sldId="392"/>
        </pc:sldMkLst>
        <pc:spChg chg="mod">
          <ac:chgData name="Vijay Gupta" userId="Knz0KxKIIY+7Y/xB+6x08enkLGabzg4xfIAcHlb58H4=" providerId="None" clId="Web-{715B3C99-197E-4386-A485-86885C8E6242}" dt="2025-08-17T20:28:22.547" v="420" actId="20577"/>
          <ac:spMkLst>
            <pc:docMk/>
            <pc:sldMk cId="3886338880" sldId="392"/>
            <ac:spMk id="8" creationId="{841EE64D-DE15-F873-C2DA-3AC8513FEE95}"/>
          </ac:spMkLst>
        </pc:spChg>
      </pc:sldChg>
      <pc:sldChg chg="modSp">
        <pc:chgData name="Vijay Gupta" userId="Knz0KxKIIY+7Y/xB+6x08enkLGabzg4xfIAcHlb58H4=" providerId="None" clId="Web-{715B3C99-197E-4386-A485-86885C8E6242}" dt="2025-08-17T20:28:40.704" v="426" actId="20577"/>
        <pc:sldMkLst>
          <pc:docMk/>
          <pc:sldMk cId="2472288591" sldId="393"/>
        </pc:sldMkLst>
        <pc:spChg chg="mod">
          <ac:chgData name="Vijay Gupta" userId="Knz0KxKIIY+7Y/xB+6x08enkLGabzg4xfIAcHlb58H4=" providerId="None" clId="Web-{715B3C99-197E-4386-A485-86885C8E6242}" dt="2025-08-17T20:28:40.704" v="426" actId="20577"/>
          <ac:spMkLst>
            <pc:docMk/>
            <pc:sldMk cId="2472288591" sldId="393"/>
            <ac:spMk id="8" creationId="{65495165-6991-8FF4-F704-6E297EAFFECE}"/>
          </ac:spMkLst>
        </pc:spChg>
      </pc:sldChg>
      <pc:sldChg chg="modSp">
        <pc:chgData name="Vijay Gupta" userId="Knz0KxKIIY+7Y/xB+6x08enkLGabzg4xfIAcHlb58H4=" providerId="None" clId="Web-{715B3C99-197E-4386-A485-86885C8E6242}" dt="2025-08-17T20:30:29.189" v="433" actId="20577"/>
        <pc:sldMkLst>
          <pc:docMk/>
          <pc:sldMk cId="2195193157" sldId="394"/>
        </pc:sldMkLst>
        <pc:spChg chg="mod">
          <ac:chgData name="Vijay Gupta" userId="Knz0KxKIIY+7Y/xB+6x08enkLGabzg4xfIAcHlb58H4=" providerId="None" clId="Web-{715B3C99-197E-4386-A485-86885C8E6242}" dt="2025-08-17T20:30:29.189" v="433" actId="20577"/>
          <ac:spMkLst>
            <pc:docMk/>
            <pc:sldMk cId="2195193157" sldId="394"/>
            <ac:spMk id="8" creationId="{5720B179-696D-9BCE-D135-4ECE0E4FD1FD}"/>
          </ac:spMkLst>
        </pc:spChg>
      </pc:sldChg>
      <pc:sldChg chg="modSp">
        <pc:chgData name="Vijay Gupta" userId="Knz0KxKIIY+7Y/xB+6x08enkLGabzg4xfIAcHlb58H4=" providerId="None" clId="Web-{715B3C99-197E-4386-A485-86885C8E6242}" dt="2025-08-17T20:34:58.129" v="440" actId="20577"/>
        <pc:sldMkLst>
          <pc:docMk/>
          <pc:sldMk cId="2338594038" sldId="395"/>
        </pc:sldMkLst>
        <pc:spChg chg="mod">
          <ac:chgData name="Vijay Gupta" userId="Knz0KxKIIY+7Y/xB+6x08enkLGabzg4xfIAcHlb58H4=" providerId="None" clId="Web-{715B3C99-197E-4386-A485-86885C8E6242}" dt="2025-08-17T20:34:58.129" v="440" actId="20577"/>
          <ac:spMkLst>
            <pc:docMk/>
            <pc:sldMk cId="2338594038" sldId="395"/>
            <ac:spMk id="8" creationId="{BBED0399-67C2-EEE3-6C8D-A22216350323}"/>
          </ac:spMkLst>
        </pc:spChg>
      </pc:sldChg>
      <pc:sldChg chg="modSp">
        <pc:chgData name="Vijay Gupta" userId="Knz0KxKIIY+7Y/xB+6x08enkLGabzg4xfIAcHlb58H4=" providerId="None" clId="Web-{715B3C99-197E-4386-A485-86885C8E6242}" dt="2025-08-17T20:35:16.332" v="446" actId="20577"/>
        <pc:sldMkLst>
          <pc:docMk/>
          <pc:sldMk cId="1318145206" sldId="396"/>
        </pc:sldMkLst>
        <pc:spChg chg="mod">
          <ac:chgData name="Vijay Gupta" userId="Knz0KxKIIY+7Y/xB+6x08enkLGabzg4xfIAcHlb58H4=" providerId="None" clId="Web-{715B3C99-197E-4386-A485-86885C8E6242}" dt="2025-08-17T20:35:16.332" v="446" actId="20577"/>
          <ac:spMkLst>
            <pc:docMk/>
            <pc:sldMk cId="1318145206" sldId="396"/>
            <ac:spMk id="8" creationId="{683803D9-990A-B6A4-8661-9A9C8ABEDE92}"/>
          </ac:spMkLst>
        </pc:spChg>
      </pc:sldChg>
      <pc:sldChg chg="modSp">
        <pc:chgData name="Vijay Gupta" userId="Knz0KxKIIY+7Y/xB+6x08enkLGabzg4xfIAcHlb58H4=" providerId="None" clId="Web-{715B3C99-197E-4386-A485-86885C8E6242}" dt="2025-08-17T20:35:48.379" v="452" actId="20577"/>
        <pc:sldMkLst>
          <pc:docMk/>
          <pc:sldMk cId="970132721" sldId="397"/>
        </pc:sldMkLst>
        <pc:spChg chg="mod">
          <ac:chgData name="Vijay Gupta" userId="Knz0KxKIIY+7Y/xB+6x08enkLGabzg4xfIAcHlb58H4=" providerId="None" clId="Web-{715B3C99-197E-4386-A485-86885C8E6242}" dt="2025-08-17T20:35:48.379" v="452" actId="20577"/>
          <ac:spMkLst>
            <pc:docMk/>
            <pc:sldMk cId="970132721" sldId="397"/>
            <ac:spMk id="8" creationId="{FCF435A6-32C7-0DA5-94EE-0306D849B3DF}"/>
          </ac:spMkLst>
        </pc:spChg>
      </pc:sldChg>
      <pc:sldChg chg="modSp">
        <pc:chgData name="Vijay Gupta" userId="Knz0KxKIIY+7Y/xB+6x08enkLGabzg4xfIAcHlb58H4=" providerId="None" clId="Web-{715B3C99-197E-4386-A485-86885C8E6242}" dt="2025-08-17T20:37:48.255" v="458" actId="20577"/>
        <pc:sldMkLst>
          <pc:docMk/>
          <pc:sldMk cId="2132424631" sldId="398"/>
        </pc:sldMkLst>
        <pc:spChg chg="mod">
          <ac:chgData name="Vijay Gupta" userId="Knz0KxKIIY+7Y/xB+6x08enkLGabzg4xfIAcHlb58H4=" providerId="None" clId="Web-{715B3C99-197E-4386-A485-86885C8E6242}" dt="2025-08-17T20:37:48.255" v="458" actId="20577"/>
          <ac:spMkLst>
            <pc:docMk/>
            <pc:sldMk cId="2132424631" sldId="398"/>
            <ac:spMk id="8" creationId="{96D747EB-DD1B-B97F-7866-30B650E01111}"/>
          </ac:spMkLst>
        </pc:spChg>
      </pc:sldChg>
      <pc:sldChg chg="modSp">
        <pc:chgData name="Vijay Gupta" userId="Knz0KxKIIY+7Y/xB+6x08enkLGabzg4xfIAcHlb58H4=" providerId="None" clId="Web-{715B3C99-197E-4386-A485-86885C8E6242}" dt="2025-08-17T20:38:55.240" v="464" actId="20577"/>
        <pc:sldMkLst>
          <pc:docMk/>
          <pc:sldMk cId="3013663133" sldId="399"/>
        </pc:sldMkLst>
        <pc:spChg chg="mod">
          <ac:chgData name="Vijay Gupta" userId="Knz0KxKIIY+7Y/xB+6x08enkLGabzg4xfIAcHlb58H4=" providerId="None" clId="Web-{715B3C99-197E-4386-A485-86885C8E6242}" dt="2025-08-17T20:38:55.240" v="464" actId="20577"/>
          <ac:spMkLst>
            <pc:docMk/>
            <pc:sldMk cId="3013663133" sldId="399"/>
            <ac:spMk id="8" creationId="{3F8F83ED-8011-48E8-CB75-129903C797FE}"/>
          </ac:spMkLst>
        </pc:spChg>
      </pc:sldChg>
      <pc:sldChg chg="modSp">
        <pc:chgData name="Vijay Gupta" userId="Knz0KxKIIY+7Y/xB+6x08enkLGabzg4xfIAcHlb58H4=" providerId="None" clId="Web-{715B3C99-197E-4386-A485-86885C8E6242}" dt="2025-08-17T20:54:00.773" v="565" actId="20577"/>
        <pc:sldMkLst>
          <pc:docMk/>
          <pc:sldMk cId="1631569173" sldId="400"/>
        </pc:sldMkLst>
        <pc:spChg chg="mod">
          <ac:chgData name="Vijay Gupta" userId="Knz0KxKIIY+7Y/xB+6x08enkLGabzg4xfIAcHlb58H4=" providerId="None" clId="Web-{715B3C99-197E-4386-A485-86885C8E6242}" dt="2025-08-17T20:48:22.390" v="514" actId="20577"/>
          <ac:spMkLst>
            <pc:docMk/>
            <pc:sldMk cId="1631569173" sldId="400"/>
            <ac:spMk id="4" creationId="{E19220C8-CC57-DB86-251D-D8CB68325505}"/>
          </ac:spMkLst>
        </pc:spChg>
        <pc:spChg chg="mod">
          <ac:chgData name="Vijay Gupta" userId="Knz0KxKIIY+7Y/xB+6x08enkLGabzg4xfIAcHlb58H4=" providerId="None" clId="Web-{715B3C99-197E-4386-A485-86885C8E6242}" dt="2025-08-17T20:54:00.773" v="565" actId="20577"/>
          <ac:spMkLst>
            <pc:docMk/>
            <pc:sldMk cId="1631569173" sldId="400"/>
            <ac:spMk id="8" creationId="{374FD0BE-C7AB-C633-6B5F-5CB23A765111}"/>
          </ac:spMkLst>
        </pc:spChg>
      </pc:sldChg>
      <pc:sldChg chg="del">
        <pc:chgData name="Vijay Gupta" userId="Knz0KxKIIY+7Y/xB+6x08enkLGabzg4xfIAcHlb58H4=" providerId="None" clId="Web-{715B3C99-197E-4386-A485-86885C8E6242}" dt="2025-08-17T20:48:44.312" v="521"/>
        <pc:sldMkLst>
          <pc:docMk/>
          <pc:sldMk cId="1039862879" sldId="401"/>
        </pc:sldMkLst>
      </pc:sldChg>
      <pc:sldChg chg="modSp">
        <pc:chgData name="Vijay Gupta" userId="Knz0KxKIIY+7Y/xB+6x08enkLGabzg4xfIAcHlb58H4=" providerId="None" clId="Web-{715B3C99-197E-4386-A485-86885C8E6242}" dt="2025-08-17T20:42:17.601" v="485" actId="20577"/>
        <pc:sldMkLst>
          <pc:docMk/>
          <pc:sldMk cId="2821731014" sldId="403"/>
        </pc:sldMkLst>
        <pc:spChg chg="mod">
          <ac:chgData name="Vijay Gupta" userId="Knz0KxKIIY+7Y/xB+6x08enkLGabzg4xfIAcHlb58H4=" providerId="None" clId="Web-{715B3C99-197E-4386-A485-86885C8E6242}" dt="2025-08-17T20:42:17.601" v="485" actId="20577"/>
          <ac:spMkLst>
            <pc:docMk/>
            <pc:sldMk cId="2821731014" sldId="403"/>
            <ac:spMk id="8" creationId="{29779CED-7BE2-EE0D-4DAD-CC2393EF2ACC}"/>
          </ac:spMkLst>
        </pc:spChg>
      </pc:sldChg>
      <pc:sldChg chg="modSp">
        <pc:chgData name="Vijay Gupta" userId="Knz0KxKIIY+7Y/xB+6x08enkLGabzg4xfIAcHlb58H4=" providerId="None" clId="Web-{715B3C99-197E-4386-A485-86885C8E6242}" dt="2025-08-17T20:42:08.132" v="484" actId="20577"/>
        <pc:sldMkLst>
          <pc:docMk/>
          <pc:sldMk cId="1923470524" sldId="404"/>
        </pc:sldMkLst>
        <pc:spChg chg="mod">
          <ac:chgData name="Vijay Gupta" userId="Knz0KxKIIY+7Y/xB+6x08enkLGabzg4xfIAcHlb58H4=" providerId="None" clId="Web-{715B3C99-197E-4386-A485-86885C8E6242}" dt="2025-08-17T20:42:08.132" v="484" actId="20577"/>
          <ac:spMkLst>
            <pc:docMk/>
            <pc:sldMk cId="1923470524" sldId="404"/>
            <ac:spMk id="8" creationId="{E3B0302B-94E4-1622-58CA-F1BFE0B15DA8}"/>
          </ac:spMkLst>
        </pc:spChg>
      </pc:sldChg>
      <pc:sldChg chg="addSp delSp modSp">
        <pc:chgData name="Vijay Gupta" userId="Knz0KxKIIY+7Y/xB+6x08enkLGabzg4xfIAcHlb58H4=" providerId="None" clId="Web-{715B3C99-197E-4386-A485-86885C8E6242}" dt="2025-08-17T20:42:58.179" v="504" actId="20577"/>
        <pc:sldMkLst>
          <pc:docMk/>
          <pc:sldMk cId="2607404804" sldId="405"/>
        </pc:sldMkLst>
        <pc:spChg chg="add del mod">
          <ac:chgData name="Vijay Gupta" userId="Knz0KxKIIY+7Y/xB+6x08enkLGabzg4xfIAcHlb58H4=" providerId="None" clId="Web-{715B3C99-197E-4386-A485-86885C8E6242}" dt="2025-08-17T20:42:58.179" v="504" actId="20577"/>
          <ac:spMkLst>
            <pc:docMk/>
            <pc:sldMk cId="2607404804" sldId="405"/>
            <ac:spMk id="8" creationId="{F58C856C-E871-1D81-9531-41D62F571353}"/>
          </ac:spMkLst>
        </pc:spChg>
      </pc:sldChg>
      <pc:sldChg chg="modSp">
        <pc:chgData name="Vijay Gupta" userId="Knz0KxKIIY+7Y/xB+6x08enkLGabzg4xfIAcHlb58H4=" providerId="None" clId="Web-{715B3C99-197E-4386-A485-86885C8E6242}" dt="2025-08-17T20:47:55.656" v="510" actId="20577"/>
        <pc:sldMkLst>
          <pc:docMk/>
          <pc:sldMk cId="4262656106" sldId="406"/>
        </pc:sldMkLst>
        <pc:spChg chg="mod">
          <ac:chgData name="Vijay Gupta" userId="Knz0KxKIIY+7Y/xB+6x08enkLGabzg4xfIAcHlb58H4=" providerId="None" clId="Web-{715B3C99-197E-4386-A485-86885C8E6242}" dt="2025-08-17T20:47:55.656" v="510" actId="20577"/>
          <ac:spMkLst>
            <pc:docMk/>
            <pc:sldMk cId="4262656106" sldId="406"/>
            <ac:spMk id="8" creationId="{63448522-74BF-A288-EB52-149299CDAF3A}"/>
          </ac:spMkLst>
        </pc:spChg>
      </pc:sldChg>
      <pc:sldChg chg="modSp add replId">
        <pc:chgData name="Vijay Gupta" userId="Knz0KxKIIY+7Y/xB+6x08enkLGabzg4xfIAcHlb58H4=" providerId="None" clId="Web-{715B3C99-197E-4386-A485-86885C8E6242}" dt="2025-08-17T20:13:18.852" v="220" actId="20577"/>
        <pc:sldMkLst>
          <pc:docMk/>
          <pc:sldMk cId="1292683424" sldId="407"/>
        </pc:sldMkLst>
        <pc:spChg chg="mod">
          <ac:chgData name="Vijay Gupta" userId="Knz0KxKIIY+7Y/xB+6x08enkLGabzg4xfIAcHlb58H4=" providerId="None" clId="Web-{715B3C99-197E-4386-A485-86885C8E6242}" dt="2025-08-17T20:13:18.852" v="220" actId="20577"/>
          <ac:spMkLst>
            <pc:docMk/>
            <pc:sldMk cId="1292683424" sldId="407"/>
            <ac:spMk id="8" creationId="{F3013976-8F52-A961-B85F-1F3DD9C169F3}"/>
          </ac:spMkLst>
        </pc:spChg>
      </pc:sldChg>
      <pc:sldChg chg="modSp add replId">
        <pc:chgData name="Vijay Gupta" userId="Knz0KxKIIY+7Y/xB+6x08enkLGabzg4xfIAcHlb58H4=" providerId="None" clId="Web-{715B3C99-197E-4386-A485-86885C8E6242}" dt="2025-08-17T20:56:24.056" v="594" actId="20577"/>
        <pc:sldMkLst>
          <pc:docMk/>
          <pc:sldMk cId="3607627578" sldId="408"/>
        </pc:sldMkLst>
        <pc:spChg chg="mod">
          <ac:chgData name="Vijay Gupta" userId="Knz0KxKIIY+7Y/xB+6x08enkLGabzg4xfIAcHlb58H4=" providerId="None" clId="Web-{715B3C99-197E-4386-A485-86885C8E6242}" dt="2025-08-17T20:56:24.056" v="594" actId="20577"/>
          <ac:spMkLst>
            <pc:docMk/>
            <pc:sldMk cId="3607627578" sldId="408"/>
            <ac:spMk id="8" creationId="{2D16EC51-F6EE-55F5-4DB7-9313DDE9A5F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3E7DFC-5F54-412C-A0CF-699F8379DFE2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9104E2-9D76-4F87-84A7-A6A1F58154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2882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50913-F22E-32F2-A12A-E2F82FD8C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8E48B5-1F68-2998-8156-0E0EFEA965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C32594-40C0-0B38-40A0-A3E28D1B91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BF0CFB-FBDF-B865-57CD-14D52238F0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C7F85-B619-534F-A66A-9B8DC36C34F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726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3">
            <a:extLst>
              <a:ext uri="{FF2B5EF4-FFF2-40B4-BE49-F238E27FC236}">
                <a16:creationId xmlns:a16="http://schemas.microsoft.com/office/drawing/2014/main" id="{CFDFC640-4632-7DFE-F85D-B774A8BEBEBB}"/>
              </a:ext>
            </a:extLst>
          </p:cNvPr>
          <p:cNvSpPr/>
          <p:nvPr userDrawn="1"/>
        </p:nvSpPr>
        <p:spPr>
          <a:xfrm>
            <a:off x="6105824" y="660400"/>
            <a:ext cx="5409981" cy="0"/>
          </a:xfrm>
          <a:prstGeom prst="line">
            <a:avLst/>
          </a:prstGeom>
          <a:ln w="76200" cap="flat">
            <a:solidFill>
              <a:srgbClr val="00539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800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E067CCC8-EFFB-6CB9-7599-48E82C41834F}"/>
              </a:ext>
            </a:extLst>
          </p:cNvPr>
          <p:cNvSpPr/>
          <p:nvPr userDrawn="1"/>
        </p:nvSpPr>
        <p:spPr>
          <a:xfrm>
            <a:off x="695843" y="6197600"/>
            <a:ext cx="5409981" cy="0"/>
          </a:xfrm>
          <a:prstGeom prst="line">
            <a:avLst/>
          </a:prstGeom>
          <a:ln w="76200" cap="flat">
            <a:solidFill>
              <a:srgbClr val="00539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800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1425AE85-A86D-CAAA-58ED-BFADA2230253}"/>
              </a:ext>
            </a:extLst>
          </p:cNvPr>
          <p:cNvSpPr/>
          <p:nvPr userDrawn="1"/>
        </p:nvSpPr>
        <p:spPr>
          <a:xfrm>
            <a:off x="6412471" y="6024995"/>
            <a:ext cx="1979236" cy="294411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80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40085673-280C-2F0C-B3B4-E97949BB6221}"/>
              </a:ext>
            </a:extLst>
          </p:cNvPr>
          <p:cNvSpPr/>
          <p:nvPr userDrawn="1"/>
        </p:nvSpPr>
        <p:spPr>
          <a:xfrm>
            <a:off x="3764495" y="538595"/>
            <a:ext cx="1979236" cy="294411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800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3E1066EB-9DBA-1A4B-F899-178028332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96EF56F-370E-954F-3816-54A9CD8AAB2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3563937"/>
            <a:ext cx="10515600" cy="7794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sz="24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773774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65ED8-9FED-60BB-A889-9C4737E20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7" name="Freeform 13">
            <a:extLst>
              <a:ext uri="{FF2B5EF4-FFF2-40B4-BE49-F238E27FC236}">
                <a16:creationId xmlns:a16="http://schemas.microsoft.com/office/drawing/2014/main" id="{5B70AD12-A226-75A8-1A4F-055B55ABCFF0}"/>
              </a:ext>
            </a:extLst>
          </p:cNvPr>
          <p:cNvSpPr/>
          <p:nvPr userDrawn="1"/>
        </p:nvSpPr>
        <p:spPr>
          <a:xfrm>
            <a:off x="10386202" y="476006"/>
            <a:ext cx="1119998" cy="1666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800"/>
          </a:p>
        </p:txBody>
      </p:sp>
      <p:sp>
        <p:nvSpPr>
          <p:cNvPr id="8" name="Freeform 14">
            <a:extLst>
              <a:ext uri="{FF2B5EF4-FFF2-40B4-BE49-F238E27FC236}">
                <a16:creationId xmlns:a16="http://schemas.microsoft.com/office/drawing/2014/main" id="{1D7036F5-9CC3-491B-5637-086A0A3232A9}"/>
              </a:ext>
            </a:extLst>
          </p:cNvPr>
          <p:cNvSpPr/>
          <p:nvPr userDrawn="1"/>
        </p:nvSpPr>
        <p:spPr>
          <a:xfrm>
            <a:off x="682923" y="6353149"/>
            <a:ext cx="1119998" cy="1666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80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C8860C4-A3B6-52F0-A610-858CA1156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755" y="1428565"/>
            <a:ext cx="1078104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11B37FB-E952-F8F6-03FC-F9C677FDF1C6}"/>
              </a:ext>
            </a:extLst>
          </p:cNvPr>
          <p:cNvCxnSpPr>
            <a:cxnSpLocks/>
          </p:cNvCxnSpPr>
          <p:nvPr userDrawn="1"/>
        </p:nvCxnSpPr>
        <p:spPr>
          <a:xfrm>
            <a:off x="682922" y="862445"/>
            <a:ext cx="2484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995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2">
            <a:extLst>
              <a:ext uri="{FF2B5EF4-FFF2-40B4-BE49-F238E27FC236}">
                <a16:creationId xmlns:a16="http://schemas.microsoft.com/office/drawing/2014/main" id="{6F9B4F8B-B122-67E2-9010-15B2F1056576}"/>
              </a:ext>
            </a:extLst>
          </p:cNvPr>
          <p:cNvGrpSpPr/>
          <p:nvPr userDrawn="1"/>
        </p:nvGrpSpPr>
        <p:grpSpPr>
          <a:xfrm>
            <a:off x="9395929" y="10566"/>
            <a:ext cx="2796071" cy="6847434"/>
            <a:chOff x="0" y="0"/>
            <a:chExt cx="1104621" cy="2705159"/>
          </a:xfrm>
          <a:solidFill>
            <a:srgbClr val="00539A"/>
          </a:solidFill>
        </p:grpSpPr>
        <p:sp>
          <p:nvSpPr>
            <p:cNvPr id="14" name="Freeform 3">
              <a:extLst>
                <a:ext uri="{FF2B5EF4-FFF2-40B4-BE49-F238E27FC236}">
                  <a16:creationId xmlns:a16="http://schemas.microsoft.com/office/drawing/2014/main" id="{99F318B2-740D-DEF6-BF88-6F62EAA55F72}"/>
                </a:ext>
              </a:extLst>
            </p:cNvPr>
            <p:cNvSpPr/>
            <p:nvPr/>
          </p:nvSpPr>
          <p:spPr>
            <a:xfrm>
              <a:off x="0" y="0"/>
              <a:ext cx="1104621" cy="2705159"/>
            </a:xfrm>
            <a:custGeom>
              <a:avLst/>
              <a:gdLst/>
              <a:ahLst/>
              <a:cxnLst/>
              <a:rect l="l" t="t" r="r" b="b"/>
              <a:pathLst>
                <a:path w="1104621" h="2705159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 sz="800"/>
            </a:p>
          </p:txBody>
        </p:sp>
        <p:sp>
          <p:nvSpPr>
            <p:cNvPr id="15" name="TextBox 4">
              <a:extLst>
                <a:ext uri="{FF2B5EF4-FFF2-40B4-BE49-F238E27FC236}">
                  <a16:creationId xmlns:a16="http://schemas.microsoft.com/office/drawing/2014/main" id="{9E9765B9-2017-62B5-06FE-8A31A0C9BE52}"/>
                </a:ext>
              </a:extLst>
            </p:cNvPr>
            <p:cNvSpPr txBox="1"/>
            <p:nvPr/>
          </p:nvSpPr>
          <p:spPr>
            <a:xfrm>
              <a:off x="0" y="-47625"/>
              <a:ext cx="1104621" cy="2752784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462"/>
                </a:lnSpc>
              </a:pPr>
              <a:endParaRPr sz="800"/>
            </a:p>
          </p:txBody>
        </p:sp>
      </p:grp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5AA800E9-0BFF-7F59-EEB4-582A61F241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95455" y="1570412"/>
            <a:ext cx="6310744" cy="4487488"/>
          </a:xfrm>
          <a:prstGeom prst="roundRect">
            <a:avLst>
              <a:gd name="adj" fmla="val 4858"/>
            </a:avLst>
          </a:prstGeom>
          <a:ln>
            <a:solidFill>
              <a:schemeClr val="tx1">
                <a:lumMod val="20000"/>
                <a:lumOff val="80000"/>
              </a:schemeClr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8" name="Freeform 7">
            <a:extLst>
              <a:ext uri="{FF2B5EF4-FFF2-40B4-BE49-F238E27FC236}">
                <a16:creationId xmlns:a16="http://schemas.microsoft.com/office/drawing/2014/main" id="{766DEB4A-3027-1B45-CF63-AB5B208E1BA6}"/>
              </a:ext>
            </a:extLst>
          </p:cNvPr>
          <p:cNvSpPr/>
          <p:nvPr userDrawn="1"/>
        </p:nvSpPr>
        <p:spPr>
          <a:xfrm>
            <a:off x="685800" y="5983288"/>
            <a:ext cx="1270000" cy="188913"/>
          </a:xfrm>
          <a:custGeom>
            <a:avLst/>
            <a:gdLst/>
            <a:ahLst/>
            <a:cxnLst/>
            <a:rect l="l" t="t" r="r" b="b"/>
            <a:pathLst>
              <a:path w="1905000" h="283369">
                <a:moveTo>
                  <a:pt x="0" y="0"/>
                </a:moveTo>
                <a:lnTo>
                  <a:pt x="1905000" y="0"/>
                </a:lnTo>
                <a:lnTo>
                  <a:pt x="1905000" y="283369"/>
                </a:lnTo>
                <a:lnTo>
                  <a:pt x="0" y="2833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80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FDC6D0E2-6FEE-8FFC-D5AE-1933DFD279B0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72756" y="365126"/>
            <a:ext cx="8488117" cy="85072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5331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2">
            <a:extLst>
              <a:ext uri="{FF2B5EF4-FFF2-40B4-BE49-F238E27FC236}">
                <a16:creationId xmlns:a16="http://schemas.microsoft.com/office/drawing/2014/main" id="{6F9B4F8B-B122-67E2-9010-15B2F1056576}"/>
              </a:ext>
            </a:extLst>
          </p:cNvPr>
          <p:cNvGrpSpPr/>
          <p:nvPr userDrawn="1"/>
        </p:nvGrpSpPr>
        <p:grpSpPr>
          <a:xfrm>
            <a:off x="9395929" y="10566"/>
            <a:ext cx="2796071" cy="6847434"/>
            <a:chOff x="0" y="0"/>
            <a:chExt cx="1104621" cy="2705159"/>
          </a:xfrm>
          <a:solidFill>
            <a:srgbClr val="00539A"/>
          </a:solidFill>
        </p:grpSpPr>
        <p:sp>
          <p:nvSpPr>
            <p:cNvPr id="14" name="Freeform 3">
              <a:extLst>
                <a:ext uri="{FF2B5EF4-FFF2-40B4-BE49-F238E27FC236}">
                  <a16:creationId xmlns:a16="http://schemas.microsoft.com/office/drawing/2014/main" id="{99F318B2-740D-DEF6-BF88-6F62EAA55F72}"/>
                </a:ext>
              </a:extLst>
            </p:cNvPr>
            <p:cNvSpPr/>
            <p:nvPr/>
          </p:nvSpPr>
          <p:spPr>
            <a:xfrm>
              <a:off x="0" y="0"/>
              <a:ext cx="1104621" cy="2705159"/>
            </a:xfrm>
            <a:custGeom>
              <a:avLst/>
              <a:gdLst/>
              <a:ahLst/>
              <a:cxnLst/>
              <a:rect l="l" t="t" r="r" b="b"/>
              <a:pathLst>
                <a:path w="1104621" h="2705159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 sz="800"/>
            </a:p>
          </p:txBody>
        </p:sp>
        <p:sp>
          <p:nvSpPr>
            <p:cNvPr id="15" name="TextBox 4">
              <a:extLst>
                <a:ext uri="{FF2B5EF4-FFF2-40B4-BE49-F238E27FC236}">
                  <a16:creationId xmlns:a16="http://schemas.microsoft.com/office/drawing/2014/main" id="{9E9765B9-2017-62B5-06FE-8A31A0C9BE52}"/>
                </a:ext>
              </a:extLst>
            </p:cNvPr>
            <p:cNvSpPr txBox="1"/>
            <p:nvPr/>
          </p:nvSpPr>
          <p:spPr>
            <a:xfrm>
              <a:off x="0" y="-47625"/>
              <a:ext cx="1104621" cy="2752784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462"/>
                </a:lnSpc>
              </a:pPr>
              <a:endParaRPr sz="800"/>
            </a:p>
          </p:txBody>
        </p:sp>
      </p:grp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5AA800E9-0BFF-7F59-EEB4-582A61F241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514600" y="1570412"/>
            <a:ext cx="8991599" cy="4487488"/>
          </a:xfrm>
          <a:prstGeom prst="roundRect">
            <a:avLst>
              <a:gd name="adj" fmla="val 4858"/>
            </a:avLst>
          </a:prstGeom>
          <a:ln>
            <a:solidFill>
              <a:schemeClr val="tx1">
                <a:lumMod val="20000"/>
                <a:lumOff val="80000"/>
              </a:schemeClr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8" name="Freeform 7">
            <a:extLst>
              <a:ext uri="{FF2B5EF4-FFF2-40B4-BE49-F238E27FC236}">
                <a16:creationId xmlns:a16="http://schemas.microsoft.com/office/drawing/2014/main" id="{766DEB4A-3027-1B45-CF63-AB5B208E1BA6}"/>
              </a:ext>
            </a:extLst>
          </p:cNvPr>
          <p:cNvSpPr/>
          <p:nvPr userDrawn="1"/>
        </p:nvSpPr>
        <p:spPr>
          <a:xfrm>
            <a:off x="685800" y="5983288"/>
            <a:ext cx="1270000" cy="188913"/>
          </a:xfrm>
          <a:custGeom>
            <a:avLst/>
            <a:gdLst/>
            <a:ahLst/>
            <a:cxnLst/>
            <a:rect l="l" t="t" r="r" b="b"/>
            <a:pathLst>
              <a:path w="1905000" h="283369">
                <a:moveTo>
                  <a:pt x="0" y="0"/>
                </a:moveTo>
                <a:lnTo>
                  <a:pt x="1905000" y="0"/>
                </a:lnTo>
                <a:lnTo>
                  <a:pt x="1905000" y="283369"/>
                </a:lnTo>
                <a:lnTo>
                  <a:pt x="0" y="2833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80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FDC6D0E2-6FEE-8FFC-D5AE-1933DFD279B0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72756" y="365126"/>
            <a:ext cx="8488117" cy="85072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2365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C3B4D1CD-B099-450F-A845-169B78D25A91}"/>
              </a:ext>
            </a:extLst>
          </p:cNvPr>
          <p:cNvGrpSpPr/>
          <p:nvPr userDrawn="1"/>
        </p:nvGrpSpPr>
        <p:grpSpPr>
          <a:xfrm>
            <a:off x="0" y="0"/>
            <a:ext cx="12192000" cy="2732991"/>
            <a:chOff x="0" y="0"/>
            <a:chExt cx="4816593" cy="1079700"/>
          </a:xfrm>
          <a:solidFill>
            <a:srgbClr val="00539A"/>
          </a:solidFill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BC9F01E6-ACC2-F1D7-C770-3A6EA5F06E8A}"/>
                </a:ext>
              </a:extLst>
            </p:cNvPr>
            <p:cNvSpPr/>
            <p:nvPr/>
          </p:nvSpPr>
          <p:spPr>
            <a:xfrm>
              <a:off x="0" y="0"/>
              <a:ext cx="4816592" cy="1079700"/>
            </a:xfrm>
            <a:custGeom>
              <a:avLst/>
              <a:gdLst/>
              <a:ahLst/>
              <a:cxnLst/>
              <a:rect l="l" t="t" r="r" b="b"/>
              <a:pathLst>
                <a:path w="4816592" h="1079700">
                  <a:moveTo>
                    <a:pt x="0" y="0"/>
                  </a:moveTo>
                  <a:lnTo>
                    <a:pt x="4816592" y="0"/>
                  </a:lnTo>
                  <a:lnTo>
                    <a:pt x="4816592" y="1079700"/>
                  </a:lnTo>
                  <a:lnTo>
                    <a:pt x="0" y="107970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 sz="800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10EDCE3C-3DC1-BCCC-A48F-09BDA3978D2E}"/>
                </a:ext>
              </a:extLst>
            </p:cNvPr>
            <p:cNvSpPr txBox="1"/>
            <p:nvPr/>
          </p:nvSpPr>
          <p:spPr>
            <a:xfrm>
              <a:off x="0" y="-47625"/>
              <a:ext cx="4816593" cy="1127325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462"/>
                </a:lnSpc>
              </a:pPr>
              <a:endParaRPr sz="800"/>
            </a:p>
          </p:txBody>
        </p:sp>
      </p:grpSp>
      <p:sp>
        <p:nvSpPr>
          <p:cNvPr id="9" name="AutoShape 18">
            <a:extLst>
              <a:ext uri="{FF2B5EF4-FFF2-40B4-BE49-F238E27FC236}">
                <a16:creationId xmlns:a16="http://schemas.microsoft.com/office/drawing/2014/main" id="{001C3FCB-D1A3-1F64-E374-0C94991DE578}"/>
              </a:ext>
            </a:extLst>
          </p:cNvPr>
          <p:cNvSpPr/>
          <p:nvPr userDrawn="1"/>
        </p:nvSpPr>
        <p:spPr>
          <a:xfrm>
            <a:off x="3931920" y="5787470"/>
            <a:ext cx="4328160" cy="0"/>
          </a:xfrm>
          <a:prstGeom prst="line">
            <a:avLst/>
          </a:prstGeom>
          <a:ln w="76200" cap="flat">
            <a:solidFill>
              <a:srgbClr val="00539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800"/>
          </a:p>
        </p:txBody>
      </p:sp>
      <p:sp>
        <p:nvSpPr>
          <p:cNvPr id="10" name="Freeform 19">
            <a:extLst>
              <a:ext uri="{FF2B5EF4-FFF2-40B4-BE49-F238E27FC236}">
                <a16:creationId xmlns:a16="http://schemas.microsoft.com/office/drawing/2014/main" id="{F40E8225-AA76-2321-759B-DC3FA939E280}"/>
              </a:ext>
            </a:extLst>
          </p:cNvPr>
          <p:cNvSpPr/>
          <p:nvPr userDrawn="1"/>
        </p:nvSpPr>
        <p:spPr>
          <a:xfrm>
            <a:off x="5536001" y="6353149"/>
            <a:ext cx="1119998" cy="1666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80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7E5C6DB-98D8-7590-9FF2-EB3E7FD32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365126"/>
            <a:ext cx="10781044" cy="850726"/>
          </a:xfrm>
        </p:spPr>
        <p:txBody>
          <a:bodyPr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4042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BB2AA-06AD-F2FC-5383-B4B7B95FA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FB339-D764-126A-043A-AA902A2D9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EC418-3953-DA2D-A0FB-CABD98BBE8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B937118-AA9C-D947-A395-0A8492468232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B8AE1-51E6-F6DC-0366-71136A416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BB31A-1A8F-2867-8E45-A1156E678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E460F-6C90-364E-AA71-6C064F71604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F6DD119-3AB1-5E89-283B-CFC7450F322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051034"/>
            <a:ext cx="10515599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86092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C22291-C337-39C7-FD40-EBE02BC96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E1A707-7AA0-0DFF-8F6F-671208DFD0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BEA0E-A411-0881-4E46-B05D96BD11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5D1529-08C7-4C99-9E99-20E4A08C4BFB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1033E-FC3A-580B-9671-FFCF7244FB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5395A-0FDE-A8A9-655F-D3C2759586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75567B-EEA3-4D70-9A5C-C93BDFA2DB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626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486F9-4C47-EBC2-FC9E-C576B0E65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4182"/>
            <a:ext cx="10515600" cy="1325563"/>
          </a:xfrm>
        </p:spPr>
        <p:txBody>
          <a:bodyPr/>
          <a:lstStyle/>
          <a:p>
            <a:r>
              <a:rPr lang="en-US" dirty="0"/>
              <a:t>How to Use This Template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25AC1-C670-CA4D-02CE-E1BA22231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3491"/>
            <a:ext cx="10515600" cy="2784765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229870" indent="-229870" algn="l">
              <a:buFont typeface="Arial" panose="020B0604020202020204" pitchFamily="34" charset="0"/>
              <a:buChar char="•"/>
            </a:pPr>
            <a:r>
              <a:rPr lang="en-US" sz="2000" dirty="0"/>
              <a:t>Follow the instructions in the </a:t>
            </a:r>
            <a:r>
              <a:rPr lang="en-US" sz="2000" b="1" dirty="0"/>
              <a:t>Lab: Unified IT Solutions for XYZ Solutions</a:t>
            </a:r>
            <a:r>
              <a:rPr lang="en-US" sz="2000" dirty="0"/>
              <a:t> to create this presentation.</a:t>
            </a:r>
            <a:endParaRPr lang="en-US" dirty="0"/>
          </a:p>
          <a:p>
            <a:pPr marL="229870" indent="-229870" algn="l">
              <a:buFont typeface="Arial" panose="020B0604020202020204" pitchFamily="34" charset="0"/>
              <a:buChar char="•"/>
            </a:pPr>
            <a:r>
              <a:rPr lang="en-US" sz="2000" dirty="0"/>
              <a:t>Ensure all content is visible on the slides. Content in the notes section will not be included.</a:t>
            </a:r>
            <a:endParaRPr lang="en-US" sz="2000" dirty="0">
              <a:ea typeface="+mn-lt"/>
              <a:cs typeface="+mn-lt"/>
            </a:endParaRPr>
          </a:p>
          <a:p>
            <a:pPr marL="229870" indent="-229870" algn="l">
              <a:buFont typeface="Arial" panose="020B0604020202020204" pitchFamily="34" charset="0"/>
              <a:buChar char="•"/>
            </a:pPr>
            <a:r>
              <a:rPr lang="en-US" sz="2000" b="1" dirty="0">
                <a:ea typeface="+mn-lt"/>
                <a:cs typeface="+mn-lt"/>
              </a:rPr>
              <a:t>Do not insert screenshots</a:t>
            </a:r>
            <a:r>
              <a:rPr lang="en-US" sz="2000" dirty="0">
                <a:ea typeface="+mn-lt"/>
                <a:cs typeface="+mn-lt"/>
              </a:rPr>
              <a:t> of the completed templates. Instead, copy and paste the tables directly from the Word/Excel templates into the slides.</a:t>
            </a:r>
          </a:p>
          <a:p>
            <a:pPr marL="229870" indent="-229870" algn="l">
              <a:buFont typeface="Arial" panose="020B0604020202020204" pitchFamily="34" charset="0"/>
              <a:buChar char="•"/>
            </a:pPr>
            <a:r>
              <a:rPr lang="en-US" sz="2000" dirty="0">
                <a:ea typeface="+mn-lt"/>
                <a:cs typeface="+mn-lt"/>
              </a:rPr>
              <a:t>Avoid animations, as they may not display consistently</a:t>
            </a:r>
            <a:r>
              <a:rPr lang="en-US" sz="2000" dirty="0"/>
              <a:t>.</a:t>
            </a:r>
            <a:endParaRPr lang="en-US" sz="2000" dirty="0">
              <a:cs typeface="Arial"/>
            </a:endParaRPr>
          </a:p>
          <a:p>
            <a:pPr marL="230400" indent="-2304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Add as many slides as needed to effectively present your content. </a:t>
            </a:r>
          </a:p>
          <a:p>
            <a:pPr marL="230400" indent="-2304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Expand the template tables with additional rows as necessary.</a:t>
            </a:r>
          </a:p>
          <a:p>
            <a:pPr marL="230400" indent="-2304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Feel free to include images or other elements to enhance your presentation.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345217-8133-BEB6-5F12-85BB09D10B73}"/>
              </a:ext>
            </a:extLst>
          </p:cNvPr>
          <p:cNvSpPr txBox="1"/>
          <p:nvPr/>
        </p:nvSpPr>
        <p:spPr>
          <a:xfrm>
            <a:off x="966355" y="4909381"/>
            <a:ext cx="10387445" cy="9848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prstDash val="sysDash"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i="1" dirty="0">
                <a:solidFill>
                  <a:srgbClr val="DA1E28"/>
                </a:solidFill>
              </a:rPr>
              <a:t>Note: Before submission, remove the instruction and table of contents slides, as well as any placeholder instructions highlighted in yellow on individual slide.</a:t>
            </a:r>
            <a:br>
              <a:rPr lang="en-US" dirty="0"/>
            </a:br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2860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B04E27C-C591-24A3-967D-D6775A2BB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365126"/>
            <a:ext cx="8488117" cy="850726"/>
          </a:xfrm>
        </p:spPr>
        <p:txBody>
          <a:bodyPr>
            <a:noAutofit/>
          </a:bodyPr>
          <a:lstStyle/>
          <a:p>
            <a:r>
              <a:rPr lang="en-US" dirty="0"/>
              <a:t> Unified IT Solution for XYZ Health Solutions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A2428E5-EDEC-4952-5A1E-4B0CEA274A4C}"/>
              </a:ext>
            </a:extLst>
          </p:cNvPr>
          <p:cNvSpPr txBox="1">
            <a:spLocks/>
          </p:cNvSpPr>
          <p:nvPr/>
        </p:nvSpPr>
        <p:spPr>
          <a:xfrm>
            <a:off x="573088" y="3066329"/>
            <a:ext cx="4372985" cy="9362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chemeClr val="bg2">
                    <a:lumMod val="10000"/>
                  </a:schemeClr>
                </a:solidFill>
              </a:rPr>
              <a:t>Name: 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bg2">
                    <a:lumMod val="10000"/>
                  </a:schemeClr>
                </a:solidFill>
              </a:rPr>
              <a:t>Date: </a:t>
            </a:r>
          </a:p>
        </p:txBody>
      </p:sp>
    </p:spTree>
    <p:extLst>
      <p:ext uri="{BB962C8B-B14F-4D97-AF65-F5344CB8AC3E}">
        <p14:creationId xmlns:p14="http://schemas.microsoft.com/office/powerpoint/2010/main" val="3756981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8DD-61E1-757A-4429-B01A52D1D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rmAutofit/>
          </a:bodyPr>
          <a:lstStyle/>
          <a:p>
            <a:r>
              <a:rPr lang="en-US" dirty="0"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C3C78-4448-4D1D-97E7-E642B12828B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16973" y="1341438"/>
            <a:ext cx="10515600" cy="4435475"/>
          </a:xfrm>
        </p:spPr>
        <p:txBody>
          <a:bodyPr vert="horz" lIns="91440" tIns="45720" rIns="91440" bIns="45720" numCol="2" spcCol="720000" rtlCol="0" anchor="t">
            <a:noAutofit/>
          </a:bodyPr>
          <a:lstStyle/>
          <a:p>
            <a:pPr marL="230400" indent="-230400"/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Executive Summary</a:t>
            </a:r>
          </a:p>
          <a:p>
            <a:pPr marL="230400" indent="-230400"/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Introduction</a:t>
            </a:r>
          </a:p>
          <a:p>
            <a:pPr marL="230400" indent="-230400"/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Business Objectives</a:t>
            </a:r>
          </a:p>
          <a:p>
            <a:pPr marL="230400" indent="-230400"/>
            <a:endParaRPr lang="en-US" sz="1600" dirty="0">
              <a:solidFill>
                <a:schemeClr val="bg2">
                  <a:lumMod val="10000"/>
                </a:schemeClr>
              </a:solidFill>
            </a:endParaRPr>
          </a:p>
          <a:p>
            <a:pPr marL="230400" indent="-230400">
              <a:buNone/>
            </a:pPr>
            <a:r>
              <a:rPr lang="en-US" sz="1600" b="1" dirty="0">
                <a:solidFill>
                  <a:schemeClr val="bg2">
                    <a:lumMod val="10000"/>
                  </a:schemeClr>
                </a:solidFill>
              </a:rPr>
              <a:t>Artifacts</a:t>
            </a:r>
          </a:p>
          <a:p>
            <a:pPr marL="229870" indent="-229870"/>
            <a:r>
              <a:rPr lang="en-US" sz="1600" dirty="0"/>
              <a:t>Project Initiation and Stakeholder Engagement </a:t>
            </a:r>
            <a:endParaRPr lang="en-US" sz="1600"/>
          </a:p>
          <a:p>
            <a:pPr marL="229870" indent="-229870"/>
            <a:r>
              <a:rPr lang="en-US" sz="1600" dirty="0"/>
              <a:t>Requirements Gathering</a:t>
            </a:r>
            <a:endParaRPr lang="en-US" sz="1600" dirty="0">
              <a:cs typeface="Arial"/>
            </a:endParaRPr>
          </a:p>
          <a:p>
            <a:pPr marL="229870" indent="-229870"/>
            <a:r>
              <a:rPr lang="en-US" sz="1600" dirty="0"/>
              <a:t>Project Planning and Risk Analysis</a:t>
            </a:r>
            <a:endParaRPr lang="en-US" sz="1600" dirty="0">
              <a:cs typeface="Arial"/>
            </a:endParaRPr>
          </a:p>
          <a:p>
            <a:pPr marL="229870" indent="-229870"/>
            <a:r>
              <a:rPr lang="en-US" sz="1600" dirty="0"/>
              <a:t>Process Modeling</a:t>
            </a:r>
            <a:endParaRPr lang="en-US" sz="1600" dirty="0">
              <a:cs typeface="Arial"/>
            </a:endParaRPr>
          </a:p>
          <a:p>
            <a:pPr marL="229870" indent="-229870"/>
            <a:r>
              <a:rPr lang="en-US" sz="1600" dirty="0"/>
              <a:t>Visualizations</a:t>
            </a:r>
            <a:endParaRPr lang="en-US" dirty="0"/>
          </a:p>
          <a:p>
            <a:pPr marL="229870" indent="-229870"/>
            <a:r>
              <a:rPr lang="en-US" sz="1600" dirty="0"/>
              <a:t>Dashboards</a:t>
            </a:r>
            <a:endParaRPr lang="en-US" dirty="0"/>
          </a:p>
          <a:p>
            <a:pPr marL="229870" indent="-229870"/>
            <a:r>
              <a:rPr lang="en-US" sz="1600" dirty="0"/>
              <a:t>System Design </a:t>
            </a:r>
            <a:endParaRPr lang="en-US" sz="1600">
              <a:cs typeface="Arial"/>
            </a:endParaRPr>
          </a:p>
          <a:p>
            <a:pPr marL="229870" indent="-229870"/>
            <a:r>
              <a:rPr lang="en-US" sz="1600" dirty="0"/>
              <a:t>Database Design</a:t>
            </a:r>
            <a:endParaRPr lang="en-US" sz="1600" dirty="0">
              <a:cs typeface="Arial"/>
            </a:endParaRPr>
          </a:p>
          <a:p>
            <a:pPr marL="229870" indent="-229870"/>
            <a:r>
              <a:rPr lang="en-US" sz="1600" dirty="0"/>
              <a:t>Test Planning and Case Design Using TDD and BDD</a:t>
            </a:r>
          </a:p>
          <a:p>
            <a:pPr marL="229870" indent="-229870"/>
            <a:r>
              <a:rPr lang="en-US" sz="1600" dirty="0"/>
              <a:t>CI/CD Workflow and Monitoring Plan</a:t>
            </a:r>
            <a:endParaRPr lang="en-US" sz="1600" dirty="0">
              <a:cs typeface="Arial"/>
            </a:endParaRPr>
          </a:p>
          <a:p>
            <a:pPr marL="229870" indent="-229870">
              <a:buNone/>
            </a:pPr>
            <a:endParaRPr lang="en-US" sz="1600" b="1" dirty="0"/>
          </a:p>
          <a:p>
            <a:pPr marL="229870" indent="-229870">
              <a:buNone/>
            </a:pPr>
            <a:r>
              <a:rPr lang="en-US" sz="1600" b="1" dirty="0"/>
              <a:t>Findings and Recommendations</a:t>
            </a:r>
            <a:endParaRPr lang="en-US" dirty="0"/>
          </a:p>
          <a:p>
            <a:pPr marL="230400" indent="-230400"/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Key Findings</a:t>
            </a:r>
          </a:p>
          <a:p>
            <a:pPr marL="230400" indent="-230400"/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Key Recommendations</a:t>
            </a:r>
          </a:p>
          <a:p>
            <a:pPr marL="230400" indent="-230400"/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Conclusion</a:t>
            </a:r>
          </a:p>
          <a:p>
            <a:pPr marL="229870" indent="-229870"/>
            <a:r>
              <a:rPr lang="en-US" sz="1600" dirty="0">
                <a:cs typeface="Arial"/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473396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DD966-B4DC-454B-9A1F-2D06F536C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5D305-1814-B28B-73A0-AF88EC3D45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755" y="1210356"/>
            <a:ext cx="10781043" cy="48267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1600" b="1" dirty="0">
                <a:highlight>
                  <a:srgbClr val="FFFF00"/>
                </a:highlight>
                <a:cs typeface="Arial"/>
              </a:rPr>
              <a:t>[Outline the problem, key insights, and recommended actions in 6 bullet points.]</a:t>
            </a:r>
          </a:p>
          <a:p>
            <a:pPr marL="0" indent="0">
              <a:spcBef>
                <a:spcPts val="600"/>
              </a:spcBef>
              <a:buNone/>
            </a:pPr>
            <a:endParaRPr lang="en-US" sz="1600" b="1" dirty="0">
              <a:cs typeface="Arial" panose="020B060402020202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600" b="1" dirty="0">
                <a:cs typeface="Arial" panose="020B0604020202020204" pitchFamily="34" charset="0"/>
              </a:rPr>
              <a:t>Problem: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1600" dirty="0">
                <a:cs typeface="Arial" panose="020B0604020202020204" pitchFamily="34" charset="0"/>
              </a:rPr>
              <a:t> </a:t>
            </a:r>
          </a:p>
          <a:p>
            <a:pPr>
              <a:spcBef>
                <a:spcPts val="600"/>
              </a:spcBef>
            </a:pPr>
            <a:endParaRPr lang="en-US" sz="1600" dirty="0">
              <a:cs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endParaRPr lang="en-US" sz="1600" dirty="0">
              <a:cs typeface="Arial" panose="020B060402020202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600" b="1" dirty="0">
                <a:cs typeface="Arial" panose="020B0604020202020204" pitchFamily="34" charset="0"/>
              </a:rPr>
              <a:t>Key insights: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1600" dirty="0">
                <a:cs typeface="Arial" panose="020B0604020202020204" pitchFamily="34" charset="0"/>
              </a:rPr>
              <a:t> 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1600" dirty="0">
                <a:cs typeface="Arial" panose="020B0604020202020204" pitchFamily="34" charset="0"/>
              </a:rPr>
              <a:t> </a:t>
            </a:r>
          </a:p>
          <a:p>
            <a:pPr>
              <a:spcBef>
                <a:spcPts val="600"/>
              </a:spcBef>
            </a:pPr>
            <a:endParaRPr lang="en-US" sz="1600" dirty="0">
              <a:cs typeface="Arial" panose="020B060402020202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600" b="1" dirty="0">
                <a:cs typeface="Arial" panose="020B0604020202020204" pitchFamily="34" charset="0"/>
              </a:rPr>
              <a:t>Recommended actions: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1600" dirty="0">
                <a:cs typeface="Arial" panose="020B0604020202020204" pitchFamily="34" charset="0"/>
              </a:rPr>
              <a:t> 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1600" dirty="0">
                <a:cs typeface="Arial" panose="020B0604020202020204" pitchFamily="34" charset="0"/>
              </a:rPr>
              <a:t> 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1600" dirty="0">
                <a:cs typeface="Arial" panose="020B0604020202020204" pitchFamily="34" charset="0"/>
              </a:rPr>
              <a:t> 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377156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A4BA1-23B0-50EE-C7D5-5D12C019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98F4C-51ED-6428-2AC2-C8AEE7BDB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8A40-6553-3659-03A7-738C440F8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755" y="1210354"/>
            <a:ext cx="10781043" cy="48267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600" b="1" dirty="0">
                <a:highlight>
                  <a:srgbClr val="FFFF00"/>
                </a:highlight>
                <a:cs typeface="Arial"/>
              </a:rPr>
              <a:t>[Summarize the opportunity, describe the approach, and outline the key questions or hypotheses to be analyzed in 6 bullet points.]</a:t>
            </a:r>
          </a:p>
          <a:p>
            <a:pPr marL="0" indent="0">
              <a:buNone/>
            </a:pPr>
            <a:endParaRPr lang="en-US" sz="1600" b="1" dirty="0"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b="1" dirty="0">
                <a:cs typeface="Arial" panose="020B0604020202020204" pitchFamily="34" charset="0"/>
              </a:rPr>
              <a:t>Opportunity:</a:t>
            </a:r>
          </a:p>
          <a:p>
            <a:pPr marL="0" indent="0">
              <a:buNone/>
            </a:pPr>
            <a:r>
              <a:rPr lang="en-US" sz="1600" b="1" dirty="0">
                <a:cs typeface="Arial" panose="020B0604020202020204" pitchFamily="34" charset="0"/>
              </a:rPr>
              <a:t>1. </a:t>
            </a:r>
          </a:p>
          <a:p>
            <a:pPr marL="0" indent="0">
              <a:buNone/>
            </a:pPr>
            <a:r>
              <a:rPr lang="en-US" sz="1600" b="1" dirty="0">
                <a:cs typeface="Arial" panose="020B0604020202020204" pitchFamily="34" charset="0"/>
              </a:rPr>
              <a:t>2.</a:t>
            </a:r>
          </a:p>
          <a:p>
            <a:endParaRPr lang="en-US" sz="1600" b="1" dirty="0"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b="1" dirty="0">
                <a:cs typeface="Arial" panose="020B0604020202020204" pitchFamily="34" charset="0"/>
              </a:rPr>
              <a:t>Approach:</a:t>
            </a:r>
          </a:p>
          <a:p>
            <a:pPr marL="0" indent="0">
              <a:buNone/>
            </a:pPr>
            <a:r>
              <a:rPr lang="en-US" sz="1600" b="1" dirty="0">
                <a:cs typeface="Arial" panose="020B0604020202020204" pitchFamily="34" charset="0"/>
              </a:rPr>
              <a:t>1.</a:t>
            </a:r>
          </a:p>
          <a:p>
            <a:pPr marL="0" indent="0">
              <a:buNone/>
            </a:pPr>
            <a:r>
              <a:rPr lang="en-US" sz="1600" b="1" dirty="0">
                <a:cs typeface="Arial" panose="020B0604020202020204" pitchFamily="34" charset="0"/>
              </a:rPr>
              <a:t>2.</a:t>
            </a:r>
          </a:p>
          <a:p>
            <a:endParaRPr lang="en-US" sz="1600" b="1" dirty="0"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b="1" dirty="0">
                <a:cs typeface="Arial" panose="020B0604020202020204" pitchFamily="34" charset="0"/>
              </a:rPr>
              <a:t>Key questions/hypotheses:</a:t>
            </a:r>
          </a:p>
          <a:p>
            <a:pPr marL="0" indent="0">
              <a:buNone/>
            </a:pPr>
            <a:r>
              <a:rPr lang="en-US" sz="1600" b="1" dirty="0">
                <a:cs typeface="Arial" panose="020B0604020202020204" pitchFamily="34" charset="0"/>
              </a:rPr>
              <a:t>1.</a:t>
            </a:r>
          </a:p>
          <a:p>
            <a:pPr marL="0" indent="0">
              <a:buNone/>
            </a:pPr>
            <a:r>
              <a:rPr lang="en-US" sz="1600" b="1" dirty="0">
                <a:cs typeface="Arial" panose="020B0604020202020204" pitchFamily="34" charset="0"/>
              </a:rPr>
              <a:t>2.</a:t>
            </a:r>
          </a:p>
        </p:txBody>
      </p:sp>
    </p:spTree>
    <p:extLst>
      <p:ext uri="{BB962C8B-B14F-4D97-AF65-F5344CB8AC3E}">
        <p14:creationId xmlns:p14="http://schemas.microsoft.com/office/powerpoint/2010/main" val="3057944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B57BA-D528-9116-493C-88E1284CF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67553-26A5-5154-779D-68121ACA0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87492-1EC2-9E7C-EB0D-D407742FA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755" y="1210354"/>
            <a:ext cx="10781043" cy="48267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800" b="1" dirty="0">
                <a:highlight>
                  <a:srgbClr val="FFFF00"/>
                </a:highlight>
                <a:cs typeface="Arial"/>
              </a:rPr>
              <a:t>[List the areas of improvement in 6 bullet points.]</a:t>
            </a:r>
          </a:p>
          <a:p>
            <a:endParaRPr lang="en-US" sz="1800" dirty="0"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cs typeface="Arial" panose="020B0604020202020204" pitchFamily="34" charset="0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cs typeface="Arial" panose="020B0604020202020204" pitchFamily="34" charset="0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cs typeface="Arial" panose="020B0604020202020204" pitchFamily="34" charset="0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cs typeface="Arial" panose="020B0604020202020204" pitchFamily="34" charset="0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cs typeface="Arial" panose="020B0604020202020204" pitchFamily="34" charset="0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84025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85A4E-F8B6-34CA-1C67-94E45A6FF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7E2FD-202A-960A-E4CA-B2534C34A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65" y="2809277"/>
            <a:ext cx="8488117" cy="850726"/>
          </a:xfrm>
          <a:solidFill>
            <a:schemeClr val="bg1"/>
          </a:solidFill>
        </p:spPr>
        <p:txBody>
          <a:bodyPr anchor="ctr">
            <a:normAutofit/>
          </a:bodyPr>
          <a:lstStyle/>
          <a:p>
            <a:pPr algn="ctr"/>
            <a:r>
              <a:rPr lang="en-US" sz="5400" dirty="0"/>
              <a:t>Artifacts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13C5F-7EFE-3B6A-E572-2BF2662BB1BF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0" y="1163638"/>
            <a:ext cx="5181600" cy="5013325"/>
          </a:xfrm>
        </p:spPr>
        <p:txBody>
          <a:bodyPr>
            <a:normAutofit/>
          </a:bodyPr>
          <a:lstStyle/>
          <a:p>
            <a:pPr marL="0" indent="0" rtl="0" fontAlgn="base">
              <a:buNone/>
            </a:pPr>
            <a:endParaRPr lang="en-US" sz="1700" b="0" i="0">
              <a:effectLst/>
            </a:endParaRPr>
          </a:p>
          <a:p>
            <a:pPr marL="0" indent="0">
              <a:spcAft>
                <a:spcPts val="800"/>
              </a:spcAft>
              <a:buNone/>
            </a:pP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2826685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BF8EE-E197-D5B9-6826-F4C85C6C4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CBD2466-32A8-C9D7-A496-84A2B1ADF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Project Initiation and Stakeholder Engagement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A8BE4308-1D98-CDF3-3F22-9CE0B8C58C6F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2400" b="1" dirty="0"/>
              <a:t>Project Charter</a:t>
            </a:r>
          </a:p>
          <a:p>
            <a:pPr marL="0" indent="0">
              <a:buNone/>
            </a:pPr>
            <a:r>
              <a:rPr lang="en-IN" sz="1800" dirty="0">
                <a:highlight>
                  <a:srgbClr val="FFFF00"/>
                </a:highlight>
                <a:cs typeface="Arial"/>
              </a:rPr>
              <a:t>[</a:t>
            </a:r>
            <a:r>
              <a:rPr lang="en-IN" sz="1800" dirty="0">
                <a:highlight>
                  <a:srgbClr val="FFFF00"/>
                </a:highlight>
                <a:ea typeface="+mn-lt"/>
                <a:cs typeface="+mn-lt"/>
              </a:rPr>
              <a:t>Paste the table directly from the filled template to show scope, objectives, deliverables, and high-level timeline.]</a:t>
            </a:r>
            <a:endParaRPr lang="en-IN" sz="1800" dirty="0">
              <a:highlight>
                <a:srgbClr val="FFFF00"/>
              </a:highlight>
              <a:cs typeface="Arial"/>
            </a:endParaRPr>
          </a:p>
          <a:p>
            <a:pPr marL="0" indent="0">
              <a:buNone/>
            </a:pPr>
            <a:endParaRPr lang="en-IN" sz="2400" b="1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46002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9950B-3294-0080-17A8-8A9CD383A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E81ACA-3B0A-9AE5-0607-EC7C93114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Project Initiation and Stakeholder Engagement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25B78938-8947-ED6F-BD84-6B7BC1589E42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2400" b="1" dirty="0"/>
              <a:t>Stakeholder Register</a:t>
            </a:r>
          </a:p>
          <a:p>
            <a:pPr marL="0" indent="0">
              <a:buNone/>
            </a:pPr>
            <a:r>
              <a:rPr lang="en-IN" sz="1800" dirty="0">
                <a:highlight>
                  <a:srgbClr val="FFFF00"/>
                </a:highlight>
              </a:rPr>
              <a:t>[Paste the table directly from the filled template showing stakeholder names, roles, influence, and interest levels, and interest levels]</a:t>
            </a:r>
            <a:endParaRPr lang="en-IN" sz="1800">
              <a:highlight>
                <a:srgbClr val="FFFF00"/>
              </a:highlight>
              <a:cs typeface="Arial"/>
            </a:endParaRPr>
          </a:p>
          <a:p>
            <a:pPr>
              <a:buNone/>
            </a:pPr>
            <a:endParaRPr lang="en-IN" sz="1800" dirty="0">
              <a:solidFill>
                <a:srgbClr val="111620"/>
              </a:solidFill>
              <a:cs typeface="Arial"/>
            </a:endParaRPr>
          </a:p>
          <a:p>
            <a:pPr marL="0" indent="0">
              <a:buNone/>
            </a:pPr>
            <a:endParaRPr lang="en-IN" sz="2400" b="1" dirty="0">
              <a:solidFill>
                <a:srgbClr val="111620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49812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28B80-6E3F-55F1-1496-FCE9195BC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2B4F61-2C4D-2A21-D1AB-493E1B737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Project Initiation and Stakeholder Engagement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F3A1BE54-E011-A20C-CE51-1D9F007CF5C5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2400" b="1" dirty="0"/>
              <a:t>Stakeholder Engagement Plan</a:t>
            </a:r>
          </a:p>
          <a:p>
            <a:pPr marL="0" indent="0">
              <a:buNone/>
            </a:pPr>
            <a:r>
              <a:rPr lang="en-IN" sz="1800" dirty="0">
                <a:highlight>
                  <a:srgbClr val="FFFF00"/>
                </a:highlight>
                <a:ea typeface="+mn-lt"/>
                <a:cs typeface="+mn-lt"/>
              </a:rPr>
              <a:t>[Paste the table directly from the filled template summarizing stakeholder engagement methods and frequency.]</a:t>
            </a:r>
            <a:endParaRPr lang="en-IN" sz="1800" dirty="0">
              <a:highlight>
                <a:srgbClr val="FFFF00"/>
              </a:highlight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64807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015D9-3EA3-6350-E4EA-11FCDE4B2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CB3C8B-C2B9-053C-082B-E2A5F9C8C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Requirements Gathering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1C371C2C-9AFA-178C-34D1-0C089CE7C789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2400" b="1" dirty="0"/>
              <a:t>Business Requirements Document (BRD)</a:t>
            </a:r>
          </a:p>
          <a:p>
            <a:pPr marL="0" indent="0">
              <a:buNone/>
            </a:pPr>
            <a:r>
              <a:rPr lang="en-IN" sz="1800" dirty="0">
                <a:highlight>
                  <a:srgbClr val="FFFF00"/>
                </a:highlight>
                <a:ea typeface="+mn-lt"/>
                <a:cs typeface="+mn-lt"/>
              </a:rPr>
              <a:t>[Paste the table directly from the filled template, highlighting key requirements.]</a:t>
            </a:r>
            <a:endParaRPr lang="en-IN" sz="1800" dirty="0">
              <a:highlight>
                <a:srgbClr val="FFFF00"/>
              </a:highlight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192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667E7-DFE5-81A1-B201-4F2933132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89EBB5-EE2A-D663-F37B-D0097FAE1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Requirements Gathering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AE6DA914-A2CC-478F-879B-0390CE6488F4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Use Case Diagram and Detailed Flow Descriptions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[Insert the use case diagram from the lab showing system interactions.]</a:t>
            </a:r>
            <a:endParaRPr lang="en-US" sz="1800" dirty="0">
              <a:highlight>
                <a:srgbClr val="FFFF00"/>
              </a:highlight>
              <a:cs typeface="Arial"/>
            </a:endParaRPr>
          </a:p>
          <a:p>
            <a:pPr marL="0" indent="0">
              <a:buNone/>
            </a:pPr>
            <a:endParaRPr lang="en-US" sz="2400" b="1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79469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D78D7-362F-C655-FB13-E3EF28D4C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5B8ECF-125E-DB8D-FD48-6BAE82443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Requirements Gathering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C12E9D48-7404-B389-7D8A-3A5774B90994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Requirements Traceability Matrix (RTM)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[Paste the table directly from the filled template mapping requirements to objectives and test cases.]</a:t>
            </a:r>
            <a:endParaRPr lang="en-US" sz="1800" dirty="0">
              <a:highlight>
                <a:srgbClr val="FFFF00"/>
              </a:highlight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633439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4FC67-B255-3D71-DC5B-91D75CF53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1DDDEF-ABB6-308C-B4C8-97DE1E659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Project Planning and Risk Analysis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BDBAF68E-7DF9-0CAA-8CA8-9B3288B3C2C3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Work Breakdown Structure (WBS)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[Paste the table or visual directly from the filled template showing project tasks and subtasks.]</a:t>
            </a:r>
            <a:endParaRPr lang="en-US" sz="1800" dirty="0">
              <a:highlight>
                <a:srgbClr val="FFFF00"/>
              </a:highlight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702529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547F8-DC26-412E-D013-E868F7681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0BD5F8-EDD6-16DB-3C40-DCA719224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Project Planning and Risk Analysis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F3013976-8F52-A961-B85F-1F3DD9C169F3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Network Diagram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[Paste the diagram directly from the filled template showing activities, dependencies, and sequences.]</a:t>
            </a:r>
            <a:endParaRPr lang="en-US" sz="1800" dirty="0">
              <a:highlight>
                <a:srgbClr val="FFFF00"/>
              </a:highlight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926834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80060-D74F-6F0F-9636-61DC4B1AE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C72172-AC1F-3AB7-78EE-10BF40081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Project Planning and Risk Analysis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33B50135-4B3C-1F31-9594-890C0102F91C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SWOT Analysis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[Paste the table directly from the filled template outlining strengths, weaknesses, opportunities, and threats.]</a:t>
            </a:r>
            <a:endParaRPr lang="en-US" sz="1800" dirty="0">
              <a:highlight>
                <a:srgbClr val="FFFF00"/>
              </a:highlight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345075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F39B8-7AB2-EB91-4E48-1A7499F58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01CAF43-CF6B-6F56-6FBD-F59F16C98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Project Planning and Risk Analysis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60CB1FF5-FBC0-D6B7-0DAA-BD6FE1419F58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Risk Register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[Paste the table directly from the filled template listing risks, categories, likelihood, impact, and mitigations.]</a:t>
            </a:r>
          </a:p>
        </p:txBody>
      </p:sp>
    </p:spTree>
    <p:extLst>
      <p:ext uri="{BB962C8B-B14F-4D97-AF65-F5344CB8AC3E}">
        <p14:creationId xmlns:p14="http://schemas.microsoft.com/office/powerpoint/2010/main" val="1809981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095BE-F368-F1CC-0F28-131C3BFAF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FEF843-8AD6-985A-8C10-FB184AF97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Project Planning and Risk Analysis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5461BD33-D8F8-4077-88C1-4380676CC1BC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Risk Matrix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[Paste the visual directly from the filled template showing risks plotted on the likelihood vs. impact grid.]</a:t>
            </a:r>
            <a:endParaRPr lang="en-US" sz="1800" dirty="0">
              <a:highlight>
                <a:srgbClr val="FFFF00"/>
              </a:highlight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236043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11DA2-75E9-7D39-6BD5-301FDF9B2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F91FB2-1776-F084-C1ED-75B4378B1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Process Modeling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272E9F1D-20A5-5EDA-6D2E-C59D716D80F2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Appointment Scheduling Process Flowchart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[Insert the appointment scheduling process flowchart with decision points and actions.]</a:t>
            </a:r>
            <a:endParaRPr lang="en-US" sz="1800" dirty="0">
              <a:highlight>
                <a:srgbClr val="FFFF00"/>
              </a:highlight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906806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BFB81-ABCD-4B3E-C224-8912136CF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0778EA-714F-0E6B-21E5-42866D827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Visualizations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5DB30CA7-C0DA-FCB6-EB08-D6DF5AE32631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None/>
            </a:pPr>
            <a:r>
              <a:rPr lang="en-US" b="1" dirty="0"/>
              <a:t>Patient Age Distribution</a:t>
            </a:r>
            <a:endParaRPr lang="en-US" sz="1800" dirty="0">
              <a:highlight>
                <a:srgbClr val="FFFF00"/>
              </a:highlight>
              <a:ea typeface="+mn-lt"/>
              <a:cs typeface="+mn-lt"/>
            </a:endParaRPr>
          </a:p>
          <a:p>
            <a:pPr marL="0" lvl="1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[Add a chart showing patient age categories with a brief caption.]</a:t>
            </a:r>
            <a:endParaRPr lang="en-US" sz="1800" dirty="0">
              <a:highlight>
                <a:srgbClr val="FFFF00"/>
              </a:highlight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000714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B6CA3-41DC-82DB-D8B7-EC07698D7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A753E57-B999-36AC-A030-01A2E799E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Visualizations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5F2E1F99-3D94-20DA-E5CD-9E383A187A12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Outstanding Balance Distribution by Account Type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[Insert a chart showing balances by account type with a caption.]</a:t>
            </a:r>
            <a:endParaRPr lang="en-US" sz="1800" dirty="0">
              <a:highlight>
                <a:srgbClr val="FFFF00"/>
              </a:highlight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37580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21A02-538E-3B05-A59F-2B1ECB6B3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7C3EB1-E070-06E1-D87C-83452B06E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Visualizations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06C3F8D1-306E-C233-3E74-BAD52CAA1D43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Location Representation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[Include a chart showing representation across locations with a caption.]</a:t>
            </a:r>
            <a:endParaRPr lang="en-US" sz="1800" dirty="0">
              <a:highlight>
                <a:srgbClr val="FFFF00"/>
              </a:highlight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16974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C489E-EED0-4614-5BE5-88402C75E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C29890-83A6-BBD2-08EB-C82FF7535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Visualizations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708FC1F8-98DD-2823-7182-3801E0D427EA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/>
              <a:t>Monthly Appointment Volume</a:t>
            </a: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highlight>
                  <a:srgbClr val="FFFF00"/>
                </a:highlight>
              </a:rPr>
              <a:t>[Insert</a:t>
            </a: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 a chart displaying monthly appointment counts with a caption.]</a:t>
            </a:r>
            <a:endParaRPr lang="en-US" sz="1800" dirty="0">
              <a:highlight>
                <a:srgbClr val="FFFF00"/>
              </a:highlight>
              <a:cs typeface="Arial"/>
            </a:endParaRPr>
          </a:p>
          <a:p>
            <a:pPr>
              <a:buFont typeface="Arial"/>
              <a:buChar char="•"/>
            </a:pPr>
            <a:endParaRPr lang="en-US"/>
          </a:p>
          <a:p>
            <a:pPr marL="0" indent="0">
              <a:buNone/>
            </a:pPr>
            <a:endParaRPr lang="en-US" sz="2400" b="1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539166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5B93B-EE28-7928-2E75-AA5B66956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9467905-1C26-FB98-2371-6B470D390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Basic Visualizations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7C3CD341-F7EB-7AF7-5EB3-3736888A0D72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Appointment Type Breakdown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[Show a chart of appointments by type with a caption.]</a:t>
            </a:r>
            <a:endParaRPr lang="en-US" sz="1800" dirty="0">
              <a:highlight>
                <a:srgbClr val="FFFF00"/>
              </a:highlight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983111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4599C-90D7-B16B-986B-51DB11823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5B21B6-31CB-886B-F031-47DC057FE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Basic Visualizations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47E4D08E-3A29-E6AD-A04F-70123EFB6E42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/>
              <a:t>Average Appointment Fee by Month</a:t>
            </a:r>
            <a:endParaRPr lang="en-US" dirty="0"/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</a:rPr>
              <a:t>[Insert</a:t>
            </a: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 a chart showing monthly average fees with a caption.]</a:t>
            </a:r>
            <a:endParaRPr lang="en-US" sz="1800" dirty="0">
              <a:highlight>
                <a:srgbClr val="FFFF00"/>
              </a:highlight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27143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E3DF1-0E4D-AC1B-60A9-CF4D989A2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F24E7B-02A4-5DDC-23B8-1A939D85D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Dashboards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1E9CA61F-6C76-D2E6-2115-FDE3FCE0C379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Branch Wise Average Age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[Add a visual highlighting the average patient age by branch.]</a:t>
            </a:r>
            <a:endParaRPr lang="en-US" sz="1800" dirty="0">
              <a:highlight>
                <a:srgbClr val="FFFF00"/>
              </a:highlight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602368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353FC-690C-C07F-644B-257A649FA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32E5575-5A6A-2E8D-4340-D57C57002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Dashboards</a:t>
            </a:r>
            <a:endParaRPr lang="en-US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222AD836-A238-DD5D-9A60-EE7B8DE56331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Location Wise Appointment Count 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[Insert a visual showing appointment counts by location.]</a:t>
            </a:r>
          </a:p>
        </p:txBody>
      </p:sp>
    </p:spTree>
    <p:extLst>
      <p:ext uri="{BB962C8B-B14F-4D97-AF65-F5344CB8AC3E}">
        <p14:creationId xmlns:p14="http://schemas.microsoft.com/office/powerpoint/2010/main" val="41365476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82485-25DF-4D9E-F3E9-B30F74C14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69C2D8-3835-BF53-2997-CFD41CB52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System Design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DB049CFC-0239-E617-90F7-4A261297D600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Data Flow Diagram (DFD)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[Insert the high-level DFD illustrating system processes and data flows.]</a:t>
            </a:r>
            <a:endParaRPr lang="en-US" sz="1800" dirty="0">
              <a:highlight>
                <a:srgbClr val="FFFF00"/>
              </a:highlight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854824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F4029-BD49-0B12-677E-7CB7A292E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23D89A-BBAA-408C-0CCD-31610E3D9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System Design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ADD21A90-2949-64C5-5B7F-3467C985E63C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Level 1 DFD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[Include the detailed DFD showing subprocesses and data exchanges.]</a:t>
            </a:r>
          </a:p>
        </p:txBody>
      </p:sp>
    </p:spTree>
    <p:extLst>
      <p:ext uri="{BB962C8B-B14F-4D97-AF65-F5344CB8AC3E}">
        <p14:creationId xmlns:p14="http://schemas.microsoft.com/office/powerpoint/2010/main" val="42389688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43D13-548E-3E23-BA62-126709241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6BDDAC-D72D-B768-E341-24BCDC2FD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System Design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841EE64D-DE15-F873-C2DA-3AC8513FEE95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Entity-Relationship Diagram (ERD)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[Add the ERD showing entities, attributes, and relationships.]</a:t>
            </a:r>
            <a:endParaRPr lang="en-US" sz="1800" dirty="0">
              <a:highlight>
                <a:srgbClr val="FFFF00"/>
              </a:highlight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863388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E8841-7F20-2527-7646-310BCB230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D48B57-8B80-2913-BD20-CD738953F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System Design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65495165-6991-8FF4-F704-6E297EAFFECE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Use Case Diagram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[Insert the UML use case diagram for system interactions.]</a:t>
            </a:r>
          </a:p>
        </p:txBody>
      </p:sp>
    </p:spTree>
    <p:extLst>
      <p:ext uri="{BB962C8B-B14F-4D97-AF65-F5344CB8AC3E}">
        <p14:creationId xmlns:p14="http://schemas.microsoft.com/office/powerpoint/2010/main" val="24722885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36E11-6F64-7A17-FE8D-FF8E17EF2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1F0203-3159-B3EA-3C91-805212382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System Design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5720B179-696D-9BCE-D135-4ECE0E4FD1FD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Sequence Diagram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[Include the sequence diagram showing the flow of interactions over time.]</a:t>
            </a:r>
            <a:endParaRPr lang="en-US" sz="1800" dirty="0">
              <a:highlight>
                <a:srgbClr val="FFFF00"/>
              </a:highlight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951931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15516-C221-E2BB-53AB-671B00D01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D875E3-5D1C-7302-C820-100E5CBDD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Database Design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BBED0399-67C2-EEE3-6C8D-A22216350323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Conceptual ERD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[Present the conceptual ERD defining high-level entities and relationships.]</a:t>
            </a:r>
          </a:p>
        </p:txBody>
      </p:sp>
    </p:spTree>
    <p:extLst>
      <p:ext uri="{BB962C8B-B14F-4D97-AF65-F5344CB8AC3E}">
        <p14:creationId xmlns:p14="http://schemas.microsoft.com/office/powerpoint/2010/main" val="23385940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369D1-710C-49EB-0AD0-7A7250B48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F57B6FA-6967-5635-09A6-FD37A21C2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Database Design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683803D9-990A-B6A4-8661-9A9C8ABEDE92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Logical ERD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[Insert the logical ERD with detailed attributes and relationships.]</a:t>
            </a:r>
          </a:p>
        </p:txBody>
      </p:sp>
    </p:spTree>
    <p:extLst>
      <p:ext uri="{BB962C8B-B14F-4D97-AF65-F5344CB8AC3E}">
        <p14:creationId xmlns:p14="http://schemas.microsoft.com/office/powerpoint/2010/main" val="13181452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6C32F-332C-C3B2-7EAD-0347C9DEC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52FB06-E3DC-9A64-E1A2-8608CA71C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Database Design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FCF435A6-32C7-0DA5-94EE-0306D849B3DF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Data Dictionary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[Include a table with key fields, data types, and descriptions.]</a:t>
            </a:r>
            <a:endParaRPr lang="en-US" sz="1800" dirty="0">
              <a:highlight>
                <a:srgbClr val="FFFF00"/>
              </a:highlight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701327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7CCCD-E02D-D955-2692-B15B7DDFA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CE22BC-F638-D726-04F6-6BEA8D2A6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Test Planning and Case Design Using TDD and BDD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96D747EB-DD1B-B97F-7866-30B650E01111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Test Plan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[Summarize the testing scope, approach, and key activities.]</a:t>
            </a:r>
            <a:endParaRPr lang="en-US" sz="1800" dirty="0">
              <a:highlight>
                <a:srgbClr val="FFFF00"/>
              </a:highlight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324246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83A56-A1AE-2E79-22CC-1A10E5FC7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D1CB87-EECC-F669-6E13-A7C3744F9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Test Planning and Case Design Using TDD and BDD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3F8F83ED-8011-48E8-CB75-129903C797FE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TDD and BDD Test Cases 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[Provide examples linking requirements to test cases in TDD/BDD format.]</a:t>
            </a:r>
            <a:endParaRPr lang="en-US" sz="1800" dirty="0">
              <a:highlight>
                <a:srgbClr val="FFFF00"/>
              </a:highlight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136631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6B439-C0AB-EE69-4CB0-B57EBEF97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9220C8-CC57-DB86-251D-D8CB68325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CI/CD Workflow and Monitoring Plan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374FD0BE-C7AB-C633-6B5F-5CB23A765111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>
                <a:ea typeface="+mn-lt"/>
                <a:cs typeface="+mn-lt"/>
              </a:rPr>
              <a:t>CI/CD Pipeline Planning</a:t>
            </a:r>
            <a:endParaRPr lang="en-US" sz="2400" b="1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[Document all pipeline stages with plain-language descriptions, responsibilities, analyst checkpoints, expected outputs, risks, and responses.]</a:t>
            </a:r>
            <a:endParaRPr lang="en-US" sz="1800">
              <a:highlight>
                <a:srgbClr val="FFFF00"/>
              </a:highlight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15691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18C7D-2809-9BD8-18B0-1616CFF74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FEDFC5F-63BB-E7B1-4F34-93B263DC2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CI/CD Workflow and Monitoring Plan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2D16EC51-F6EE-55F5-4DB7-9313DDE9A5F3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ea typeface="+mn-lt"/>
                <a:cs typeface="+mn-lt"/>
              </a:rPr>
              <a:t>Monitoring and maintenance strategy</a:t>
            </a:r>
            <a:endParaRPr lang="en-US" dirty="0"/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[Define key metrics, alerting rules, maintenance tasks, and an incident response workflow to ensure post-deployment stability and safety.]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6275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E121CC5-F122-52A3-03A7-4C0CBFE2B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831" y="2996183"/>
            <a:ext cx="8488117" cy="850726"/>
          </a:xfrm>
        </p:spPr>
        <p:txBody>
          <a:bodyPr/>
          <a:lstStyle/>
          <a:p>
            <a:r>
              <a:rPr lang="en-IN" dirty="0"/>
              <a:t>Findings and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5557474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A95D0-C7BC-59C6-303C-708F83BBA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7867C9-F2C6-8499-CDB3-17D3ADF54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Key Findings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29779CED-7BE2-EE0D-4DAD-CC2393EF2ACC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[Summarize the top three evidence-backed insights with supporting metrics.]</a:t>
            </a:r>
            <a:endParaRPr lang="en-US" sz="1800" dirty="0">
              <a:highlight>
                <a:srgbClr val="FFFF00"/>
              </a:highlight>
              <a:cs typeface="Arial"/>
            </a:endParaRPr>
          </a:p>
          <a:p>
            <a:pPr marL="0" indent="0">
              <a:buNone/>
            </a:pPr>
            <a:r>
              <a:rPr lang="en-US" sz="1800" dirty="0"/>
              <a:t>1.</a:t>
            </a:r>
            <a:endParaRPr lang="en-US" sz="1800" dirty="0">
              <a:cs typeface="Arial"/>
            </a:endParaRPr>
          </a:p>
          <a:p>
            <a:pPr marL="0" indent="0">
              <a:buNone/>
            </a:pPr>
            <a:r>
              <a:rPr lang="en-US" sz="1800" dirty="0"/>
              <a:t>2.</a:t>
            </a:r>
            <a:endParaRPr lang="en-US" sz="1800" dirty="0">
              <a:cs typeface="Arial"/>
            </a:endParaRPr>
          </a:p>
          <a:p>
            <a:pPr marL="0" indent="0">
              <a:buNone/>
            </a:pPr>
            <a:r>
              <a:rPr lang="en-US" sz="1800" dirty="0"/>
              <a:t>3.  </a:t>
            </a:r>
            <a:endParaRPr lang="en-US" sz="1800" dirty="0">
              <a:cs typeface="Arial"/>
            </a:endParaRPr>
          </a:p>
          <a:p>
            <a:pPr marL="0" indent="0">
              <a:buNone/>
            </a:pPr>
            <a:endParaRPr lang="en-US" sz="18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217310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7751A-AA32-2B6A-6571-C78EE67CB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B5ABDF-9EC2-D988-D060-DBE0FB4E4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Key Recommendations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E3B0302B-94E4-1622-58CA-F1BFE0B15DA8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[Present 3–4 prioritized recommendations with expected impact.]</a:t>
            </a:r>
            <a:endParaRPr lang="en-US" sz="1800" dirty="0">
              <a:highlight>
                <a:srgbClr val="FFFF00"/>
              </a:highlight>
              <a:cs typeface="Arial"/>
            </a:endParaRPr>
          </a:p>
          <a:p>
            <a:pPr marL="0" indent="0">
              <a:buNone/>
            </a:pPr>
            <a:r>
              <a:rPr lang="en-US" sz="1800" dirty="0"/>
              <a:t>1.</a:t>
            </a:r>
            <a:endParaRPr lang="en-US" sz="1800" dirty="0">
              <a:cs typeface="Arial"/>
            </a:endParaRPr>
          </a:p>
          <a:p>
            <a:pPr marL="0" indent="0">
              <a:buNone/>
            </a:pPr>
            <a:r>
              <a:rPr lang="en-US" sz="1800" dirty="0"/>
              <a:t>2.</a:t>
            </a:r>
            <a:endParaRPr lang="en-US" sz="1800" dirty="0">
              <a:cs typeface="Arial"/>
            </a:endParaRPr>
          </a:p>
          <a:p>
            <a:pPr marL="0" indent="0">
              <a:buNone/>
            </a:pPr>
            <a:r>
              <a:rPr lang="en-US" sz="1800" dirty="0"/>
              <a:t>3.</a:t>
            </a:r>
            <a:endParaRPr lang="en-US" sz="1800" dirty="0">
              <a:cs typeface="Arial"/>
            </a:endParaRPr>
          </a:p>
          <a:p>
            <a:pPr marL="0" indent="0">
              <a:buNone/>
            </a:pPr>
            <a:r>
              <a:rPr lang="en-US" sz="1800" dirty="0"/>
              <a:t>4.   </a:t>
            </a:r>
            <a:endParaRPr lang="en-US" sz="1800" dirty="0">
              <a:cs typeface="Arial"/>
            </a:endParaRPr>
          </a:p>
          <a:p>
            <a:pPr marL="0" indent="0">
              <a:buNone/>
            </a:pPr>
            <a:endParaRPr lang="en-US" sz="18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234705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3184B-B96D-AB63-8189-989217693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60873F-EEDF-5FEA-8347-0D9FD92A9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Conclusion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F58C856C-E871-1D81-9531-41D62F571353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</a:rPr>
              <a:t>[Provide a summary of observations in 3–5 bullet points.]</a:t>
            </a:r>
            <a:endParaRPr lang="en-US" sz="1800" dirty="0">
              <a:highlight>
                <a:srgbClr val="FFFF00"/>
              </a:highlight>
              <a:cs typeface="Arial"/>
            </a:endParaRPr>
          </a:p>
          <a:p>
            <a:pPr marL="0" indent="0">
              <a:buNone/>
            </a:pPr>
            <a:r>
              <a:rPr lang="en-US" sz="1800" dirty="0">
                <a:cs typeface="Arial"/>
              </a:rPr>
              <a:t>1.</a:t>
            </a:r>
          </a:p>
          <a:p>
            <a:pPr marL="0" indent="0">
              <a:buNone/>
            </a:pPr>
            <a:r>
              <a:rPr lang="en-US" sz="1800" dirty="0">
                <a:cs typeface="Arial"/>
              </a:rPr>
              <a:t>2.</a:t>
            </a:r>
          </a:p>
          <a:p>
            <a:pPr marL="0" indent="0">
              <a:buNone/>
            </a:pPr>
            <a:r>
              <a:rPr lang="en-US" sz="1800" dirty="0"/>
              <a:t>3.</a:t>
            </a:r>
            <a:endParaRPr lang="en-US" sz="1800" dirty="0">
              <a:cs typeface="Arial"/>
            </a:endParaRPr>
          </a:p>
          <a:p>
            <a:pPr marL="0" indent="0">
              <a:buNone/>
            </a:pPr>
            <a:r>
              <a:rPr lang="en-US" sz="1800" dirty="0">
                <a:cs typeface="Arial"/>
              </a:rPr>
              <a:t>4.</a:t>
            </a:r>
          </a:p>
          <a:p>
            <a:pPr marL="0" indent="0">
              <a:buNone/>
            </a:pPr>
            <a:endParaRPr lang="en-US" sz="20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074048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EAEC7-EBC8-986E-26E8-53DFFA2DF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61B0814-4448-D6CB-E142-6E930B0C5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Appendix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63448522-74BF-A288-EB52-149299CDAF3A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</a:rPr>
              <a:t>[Add any supporting materials, references, detailed tables, or extra visuals.]</a:t>
            </a:r>
            <a:endParaRPr lang="en-US" sz="1800" dirty="0">
              <a:highlight>
                <a:srgbClr val="FFFF00"/>
              </a:highlight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626561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00539A"/>
      </a:dk1>
      <a:lt1>
        <a:srgbClr val="FFFFFF"/>
      </a:lt1>
      <a:dk2>
        <a:srgbClr val="0F62FE"/>
      </a:dk2>
      <a:lt2>
        <a:srgbClr val="F2F4F8"/>
      </a:lt2>
      <a:accent1>
        <a:srgbClr val="00539A"/>
      </a:accent1>
      <a:accent2>
        <a:srgbClr val="8A3FFC"/>
      </a:accent2>
      <a:accent3>
        <a:srgbClr val="D02670"/>
      </a:accent3>
      <a:accent4>
        <a:srgbClr val="198038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6">
      <a:majorFont>
        <a:latin typeface="Arial Bol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528</Words>
  <Application>Microsoft Office PowerPoint</Application>
  <PresentationFormat>Widescreen</PresentationFormat>
  <Paragraphs>153</Paragraphs>
  <Slides>44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5" baseType="lpstr">
      <vt:lpstr>Office Theme</vt:lpstr>
      <vt:lpstr>How to Use This Template</vt:lpstr>
      <vt:lpstr> Unified IT Solution for XYZ Health Solutions</vt:lpstr>
      <vt:lpstr>Table of Contents</vt:lpstr>
      <vt:lpstr>Executive Summary</vt:lpstr>
      <vt:lpstr>Introduction</vt:lpstr>
      <vt:lpstr>Objectives</vt:lpstr>
      <vt:lpstr>Artifacts</vt:lpstr>
      <vt:lpstr>Project Initiation and Stakeholder Engagement</vt:lpstr>
      <vt:lpstr>Project Initiation and Stakeholder Engagement</vt:lpstr>
      <vt:lpstr>Project Initiation and Stakeholder Engagement</vt:lpstr>
      <vt:lpstr>Requirements Gathering</vt:lpstr>
      <vt:lpstr>Requirements Gathering</vt:lpstr>
      <vt:lpstr>Requirements Gathering</vt:lpstr>
      <vt:lpstr>Project Planning and Risk Analysis</vt:lpstr>
      <vt:lpstr>Project Planning and Risk Analysis</vt:lpstr>
      <vt:lpstr>Project Planning and Risk Analysis</vt:lpstr>
      <vt:lpstr>Project Planning and Risk Analysis</vt:lpstr>
      <vt:lpstr>Project Planning and Risk Analysis</vt:lpstr>
      <vt:lpstr>Process Modeling</vt:lpstr>
      <vt:lpstr>Visualizations</vt:lpstr>
      <vt:lpstr>Visualizations</vt:lpstr>
      <vt:lpstr>Visualizations</vt:lpstr>
      <vt:lpstr>Visualizations</vt:lpstr>
      <vt:lpstr>Basic Visualizations</vt:lpstr>
      <vt:lpstr>Basic Visualizations</vt:lpstr>
      <vt:lpstr>Dashboards</vt:lpstr>
      <vt:lpstr>Dashboards</vt:lpstr>
      <vt:lpstr>System Design</vt:lpstr>
      <vt:lpstr>System Design</vt:lpstr>
      <vt:lpstr>System Design</vt:lpstr>
      <vt:lpstr>System Design</vt:lpstr>
      <vt:lpstr>System Design</vt:lpstr>
      <vt:lpstr>Database Design</vt:lpstr>
      <vt:lpstr>Database Design</vt:lpstr>
      <vt:lpstr>Database Design</vt:lpstr>
      <vt:lpstr>Test Planning and Case Design Using TDD and BDD</vt:lpstr>
      <vt:lpstr>Test Planning and Case Design Using TDD and BDD</vt:lpstr>
      <vt:lpstr>CI/CD Workflow and Monitoring Plan</vt:lpstr>
      <vt:lpstr>CI/CD Workflow and Monitoring Plan</vt:lpstr>
      <vt:lpstr>Findings and Recommendations</vt:lpstr>
      <vt:lpstr>Key Findings</vt:lpstr>
      <vt:lpstr>Key Recommendations</vt:lpstr>
      <vt:lpstr>Conclusion</vt:lpstr>
      <vt:lpstr>Appendix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Vaishali Rani</dc:creator>
  <cp:lastModifiedBy>Vaishali Rani</cp:lastModifiedBy>
  <cp:revision>341</cp:revision>
  <dcterms:created xsi:type="dcterms:W3CDTF">2025-08-12T09:00:23Z</dcterms:created>
  <dcterms:modified xsi:type="dcterms:W3CDTF">2025-08-18T06:53:25Z</dcterms:modified>
</cp:coreProperties>
</file>